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heme/theme3.xml" ContentType="application/vnd.openxmlformats-officedocument.theme+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notesSlides/notesSlide1.xml" ContentType="application/vnd.openxmlformats-officedocument.presentationml.notesSlide+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notesSlides/notesSlide2.xml" ContentType="application/vnd.openxmlformats-officedocument.presentationml.notesSlide+xml"/>
  <Override PartName="/ppt/tags/tag264.xml" ContentType="application/vnd.openxmlformats-officedocument.presentationml.tags+xml"/>
  <Override PartName="/ppt/tags/tag265.xml" ContentType="application/vnd.openxmlformats-officedocument.presentationml.tags+xml"/>
  <Override PartName="/ppt/notesSlides/notesSlide3.xml" ContentType="application/vnd.openxmlformats-officedocument.presentationml.notesSlide+xml"/>
  <Override PartName="/ppt/tags/tag266.xml" ContentType="application/vnd.openxmlformats-officedocument.presentationml.tags+xml"/>
  <Override PartName="/ppt/tags/tag267.xml" ContentType="application/vnd.openxmlformats-officedocument.presentationml.tags+xml"/>
  <Override PartName="/ppt/notesSlides/notesSlide4.xml" ContentType="application/vnd.openxmlformats-officedocument.presentationml.notesSlide+xml"/>
  <Override PartName="/ppt/tags/tag268.xml" ContentType="application/vnd.openxmlformats-officedocument.presentationml.tags+xml"/>
  <Override PartName="/ppt/tags/tag269.xml" ContentType="application/vnd.openxmlformats-officedocument.presentationml.tags+xml"/>
  <Override PartName="/ppt/notesSlides/notesSlide5.xml" ContentType="application/vnd.openxmlformats-officedocument.presentationml.notesSlide+xml"/>
  <Override PartName="/ppt/tags/tag270.xml" ContentType="application/vnd.openxmlformats-officedocument.presentationml.tags+xml"/>
  <Override PartName="/ppt/tags/tag271.xml" ContentType="application/vnd.openxmlformats-officedocument.presentationml.tags+xml"/>
  <Override PartName="/ppt/notesSlides/notesSlide6.xml" ContentType="application/vnd.openxmlformats-officedocument.presentationml.notesSlide+xml"/>
  <Override PartName="/ppt/tags/tag272.xml" ContentType="application/vnd.openxmlformats-officedocument.presentationml.tags+xml"/>
  <Override PartName="/ppt/tags/tag273.xml" ContentType="application/vnd.openxmlformats-officedocument.presentationml.tags+xml"/>
  <Override PartName="/ppt/notesSlides/notesSlide7.xml" ContentType="application/vnd.openxmlformats-officedocument.presentationml.notesSlide+xml"/>
  <Override PartName="/ppt/tags/tag274.xml" ContentType="application/vnd.openxmlformats-officedocument.presentationml.tags+xml"/>
  <Override PartName="/ppt/tags/tag275.xml" ContentType="application/vnd.openxmlformats-officedocument.presentationml.tags+xml"/>
  <Override PartName="/ppt/notesSlides/notesSlide8.xml" ContentType="application/vnd.openxmlformats-officedocument.presentationml.notesSlide+xml"/>
  <Override PartName="/ppt/tags/tag276.xml" ContentType="application/vnd.openxmlformats-officedocument.presentationml.tags+xml"/>
  <Override PartName="/ppt/tags/tag277.xml" ContentType="application/vnd.openxmlformats-officedocument.presentationml.tags+xml"/>
  <Override PartName="/ppt/notesSlides/notesSlide9.xml" ContentType="application/vnd.openxmlformats-officedocument.presentationml.notesSlide+xml"/>
  <Override PartName="/ppt/tags/tag278.xml" ContentType="application/vnd.openxmlformats-officedocument.presentationml.tags+xml"/>
  <Override PartName="/ppt/tags/tag279.xml" ContentType="application/vnd.openxmlformats-officedocument.presentationml.tags+xml"/>
  <Override PartName="/ppt/notesSlides/notesSlide10.xml" ContentType="application/vnd.openxmlformats-officedocument.presentationml.notesSlide+xml"/>
  <Override PartName="/ppt/tags/tag280.xml" ContentType="application/vnd.openxmlformats-officedocument.presentationml.tags+xml"/>
  <Override PartName="/ppt/tags/tag281.xml" ContentType="application/vnd.openxmlformats-officedocument.presentationml.tags+xml"/>
  <Override PartName="/ppt/notesSlides/notesSlide11.xml" ContentType="application/vnd.openxmlformats-officedocument.presentationml.notesSlide+xml"/>
  <Override PartName="/ppt/tags/tag282.xml" ContentType="application/vnd.openxmlformats-officedocument.presentationml.tags+xml"/>
  <Override PartName="/ppt/tags/tag283.xml" ContentType="application/vnd.openxmlformats-officedocument.presentationml.tags+xml"/>
  <Override PartName="/ppt/notesSlides/notesSlide12.xml" ContentType="application/vnd.openxmlformats-officedocument.presentationml.notesSlide+xml"/>
  <Override PartName="/ppt/tags/tag284.xml" ContentType="application/vnd.openxmlformats-officedocument.presentationml.tags+xml"/>
  <Override PartName="/ppt/tags/tag285.xml" ContentType="application/vnd.openxmlformats-officedocument.presentationml.tags+xml"/>
  <Override PartName="/ppt/notesSlides/notesSlide13.xml" ContentType="application/vnd.openxmlformats-officedocument.presentationml.notesSlide+xml"/>
  <Override PartName="/ppt/tags/tag286.xml" ContentType="application/vnd.openxmlformats-officedocument.presentationml.tags+xml"/>
  <Override PartName="/ppt/tags/tag287.xml" ContentType="application/vnd.openxmlformats-officedocument.presentationml.tags+xml"/>
  <Override PartName="/ppt/notesSlides/notesSlide14.xml" ContentType="application/vnd.openxmlformats-officedocument.presentationml.notesSlide+xml"/>
  <Override PartName="/ppt/tags/tag28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1" r:id="rId2"/>
  </p:sldMasterIdLst>
  <p:notesMasterIdLst>
    <p:notesMasterId r:id="rId18"/>
  </p:notesMasterIdLst>
  <p:sldIdLst>
    <p:sldId id="256" r:id="rId3"/>
    <p:sldId id="259" r:id="rId4"/>
    <p:sldId id="260" r:id="rId5"/>
    <p:sldId id="261" r:id="rId6"/>
    <p:sldId id="270" r:id="rId7"/>
    <p:sldId id="278" r:id="rId8"/>
    <p:sldId id="271" r:id="rId9"/>
    <p:sldId id="272" r:id="rId10"/>
    <p:sldId id="274" r:id="rId11"/>
    <p:sldId id="263" r:id="rId12"/>
    <p:sldId id="265" r:id="rId13"/>
    <p:sldId id="266" r:id="rId14"/>
    <p:sldId id="277" r:id="rId15"/>
    <p:sldId id="268" r:id="rId16"/>
    <p:sldId id="276" r:id="rId17"/>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170"/>
    <a:srgbClr val="2053EF"/>
    <a:srgbClr val="112957"/>
    <a:srgbClr val="00327F"/>
    <a:srgbClr val="1036B0"/>
    <a:srgbClr val="0040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65" autoAdjust="0"/>
    <p:restoredTop sz="96341"/>
  </p:normalViewPr>
  <p:slideViewPr>
    <p:cSldViewPr snapToGrid="0">
      <p:cViewPr varScale="1">
        <p:scale>
          <a:sx n="68" d="100"/>
          <a:sy n="68" d="100"/>
        </p:scale>
        <p:origin x="404" y="48"/>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01-Oct-26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extLst>
      <p:ext uri="{BB962C8B-B14F-4D97-AF65-F5344CB8AC3E}">
        <p14:creationId xmlns:p14="http://schemas.microsoft.com/office/powerpoint/2010/main" val="3249403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project: a comparative study of classical machine learning, a fine-tuned transformer and a lexicon baseline for three-class sentiment analysis of McDonald's Google Maps reviews, deployed as a web platform.</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00275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Outline of the talk, following the structure of the final report.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558095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problem: reviews arrive faster than anyone can read them. The project covers the whole data science lifecycle, from messy scraped data to a deployed platform, and is careful about data leakage and about evaluating the minority Neutral class honestly.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286180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Sentiment analysis has three families of methods. Earlier studies typically use star ratings as ground truth, one split and one or two model families. This project adds hybrid labelling with measured agreement, a leakage audit, a like-for-like comparison of all three families, and a deployed platform.</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76507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actors: the business user (analysts and outlet managers), the technical user (data scientists) and the model service. The seven use cases range from live prediction to exporting an executive report and re-running the evaluation pipeline.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145778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actors: the business user (analysts and outlet managers), the technical user (data scientists) and the model service. The seven use cases range from live prediction to exporting an executive report and re-running the evaluation pipeline.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06359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t>The raw file has 33,396 reviews from 40 outlets. After removing 10,741 exact duplicates and 179 unusable rows there are 22,476 rows; excluding the 28 auto-tag rows that survived de-duplication leaves 22,448 genuine free-text reviews.</a:t>
            </a:r>
          </a:p>
        </p:txBody>
      </p:sp>
    </p:spTree>
    <p:extLst>
      <p:ext uri="{BB962C8B-B14F-4D97-AF65-F5344CB8AC3E}">
        <p14:creationId xmlns:p14="http://schemas.microsoft.com/office/powerpoint/2010/main" val="12316525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Feature selection is implicit: the vocabulary is capped at the 20,000 most frequent n-grams from the training split only, and metadata never enters the text features. Negations are deliberately preserved because they reverse polarity.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383435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Seven approaches from a rule-based baseline to a fine-tuned transformer, so the value of each step up in complexity can be measured. Macro-F1 is the primary metric because Neutral is only 15.73% of the data; a classifier that ignores Neutral can still reach about 84% accuracy.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801333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champion and baseline models are serialised and loaded once by FastAPI. The React dashboard offers seven views. Linear models stay in the platform as low-latency options, while DistilBERT gives the highest accuracy at roughly 8.5 ms per review on a CPU.</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63580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DistilBERT is best on every metric: accuracy 0.9093, macro-F1 0.8906 and a Neutral F1 of 0.8139, about 0.13 higher than Logistic Regression. Logistic Regression and Linear SVM form a strong second tier, while Naive Bayes and VADER show why accuracy alone and generic lexicons are unreliable.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876874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main gaps are the reliance on model-generated labels, single-split evaluation of the transformer and review-level rather than aspect-level sentiment. The proposals address each of these and add efficiency, calibration and production hardening.</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119754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References follow IEEE style, in the order used in the final report.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2333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Demonstrate the platform: Overview, Predictor with the multi-model sandbox, Batch Upload, Models and Analytics, then the exported report.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281751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3" Type="http://schemas.openxmlformats.org/officeDocument/2006/relationships/tags" Target="../tags/tag29.xml"/><Relationship Id="rId18" Type="http://schemas.openxmlformats.org/officeDocument/2006/relationships/tags" Target="../tags/tag34.xml"/><Relationship Id="rId26" Type="http://schemas.openxmlformats.org/officeDocument/2006/relationships/tags" Target="../tags/tag42.xml"/><Relationship Id="rId39" Type="http://schemas.openxmlformats.org/officeDocument/2006/relationships/tags" Target="../tags/tag55.xml"/><Relationship Id="rId21" Type="http://schemas.openxmlformats.org/officeDocument/2006/relationships/tags" Target="../tags/tag37.xml"/><Relationship Id="rId34" Type="http://schemas.openxmlformats.org/officeDocument/2006/relationships/tags" Target="../tags/tag50.xml"/><Relationship Id="rId42" Type="http://schemas.openxmlformats.org/officeDocument/2006/relationships/tags" Target="../tags/tag58.xml"/><Relationship Id="rId47" Type="http://schemas.openxmlformats.org/officeDocument/2006/relationships/tags" Target="../tags/tag63.xml"/><Relationship Id="rId50" Type="http://schemas.openxmlformats.org/officeDocument/2006/relationships/tags" Target="../tags/tag66.xml"/><Relationship Id="rId55" Type="http://schemas.openxmlformats.org/officeDocument/2006/relationships/tags" Target="../tags/tag71.xml"/><Relationship Id="rId7" Type="http://schemas.openxmlformats.org/officeDocument/2006/relationships/tags" Target="../tags/tag23.xml"/><Relationship Id="rId2" Type="http://schemas.openxmlformats.org/officeDocument/2006/relationships/tags" Target="../tags/tag18.xml"/><Relationship Id="rId16" Type="http://schemas.openxmlformats.org/officeDocument/2006/relationships/tags" Target="../tags/tag32.xml"/><Relationship Id="rId29" Type="http://schemas.openxmlformats.org/officeDocument/2006/relationships/tags" Target="../tags/tag45.xml"/><Relationship Id="rId11" Type="http://schemas.openxmlformats.org/officeDocument/2006/relationships/tags" Target="../tags/tag27.xml"/><Relationship Id="rId24" Type="http://schemas.openxmlformats.org/officeDocument/2006/relationships/tags" Target="../tags/tag40.xml"/><Relationship Id="rId32" Type="http://schemas.openxmlformats.org/officeDocument/2006/relationships/tags" Target="../tags/tag48.xml"/><Relationship Id="rId37" Type="http://schemas.openxmlformats.org/officeDocument/2006/relationships/tags" Target="../tags/tag53.xml"/><Relationship Id="rId40" Type="http://schemas.openxmlformats.org/officeDocument/2006/relationships/tags" Target="../tags/tag56.xml"/><Relationship Id="rId45" Type="http://schemas.openxmlformats.org/officeDocument/2006/relationships/tags" Target="../tags/tag61.xml"/><Relationship Id="rId53" Type="http://schemas.openxmlformats.org/officeDocument/2006/relationships/tags" Target="../tags/tag69.xml"/><Relationship Id="rId5" Type="http://schemas.openxmlformats.org/officeDocument/2006/relationships/tags" Target="../tags/tag21.xml"/><Relationship Id="rId19" Type="http://schemas.openxmlformats.org/officeDocument/2006/relationships/tags" Target="../tags/tag35.xml"/><Relationship Id="rId4" Type="http://schemas.openxmlformats.org/officeDocument/2006/relationships/tags" Target="../tags/tag20.xml"/><Relationship Id="rId9" Type="http://schemas.openxmlformats.org/officeDocument/2006/relationships/tags" Target="../tags/tag25.xml"/><Relationship Id="rId14" Type="http://schemas.openxmlformats.org/officeDocument/2006/relationships/tags" Target="../tags/tag30.xml"/><Relationship Id="rId22" Type="http://schemas.openxmlformats.org/officeDocument/2006/relationships/tags" Target="../tags/tag38.xml"/><Relationship Id="rId27" Type="http://schemas.openxmlformats.org/officeDocument/2006/relationships/tags" Target="../tags/tag43.xml"/><Relationship Id="rId30" Type="http://schemas.openxmlformats.org/officeDocument/2006/relationships/tags" Target="../tags/tag46.xml"/><Relationship Id="rId35" Type="http://schemas.openxmlformats.org/officeDocument/2006/relationships/tags" Target="../tags/tag51.xml"/><Relationship Id="rId43" Type="http://schemas.openxmlformats.org/officeDocument/2006/relationships/tags" Target="../tags/tag59.xml"/><Relationship Id="rId48" Type="http://schemas.openxmlformats.org/officeDocument/2006/relationships/tags" Target="../tags/tag64.xml"/><Relationship Id="rId56" Type="http://schemas.openxmlformats.org/officeDocument/2006/relationships/tags" Target="../tags/tag72.xml"/><Relationship Id="rId8" Type="http://schemas.openxmlformats.org/officeDocument/2006/relationships/tags" Target="../tags/tag24.xml"/><Relationship Id="rId51" Type="http://schemas.openxmlformats.org/officeDocument/2006/relationships/tags" Target="../tags/tag67.xml"/><Relationship Id="rId3" Type="http://schemas.openxmlformats.org/officeDocument/2006/relationships/tags" Target="../tags/tag19.xml"/><Relationship Id="rId12" Type="http://schemas.openxmlformats.org/officeDocument/2006/relationships/tags" Target="../tags/tag28.xml"/><Relationship Id="rId17" Type="http://schemas.openxmlformats.org/officeDocument/2006/relationships/tags" Target="../tags/tag33.xml"/><Relationship Id="rId25" Type="http://schemas.openxmlformats.org/officeDocument/2006/relationships/tags" Target="../tags/tag41.xml"/><Relationship Id="rId33" Type="http://schemas.openxmlformats.org/officeDocument/2006/relationships/tags" Target="../tags/tag49.xml"/><Relationship Id="rId38" Type="http://schemas.openxmlformats.org/officeDocument/2006/relationships/tags" Target="../tags/tag54.xml"/><Relationship Id="rId46" Type="http://schemas.openxmlformats.org/officeDocument/2006/relationships/tags" Target="../tags/tag62.xml"/><Relationship Id="rId20" Type="http://schemas.openxmlformats.org/officeDocument/2006/relationships/tags" Target="../tags/tag36.xml"/><Relationship Id="rId41" Type="http://schemas.openxmlformats.org/officeDocument/2006/relationships/tags" Target="../tags/tag57.xml"/><Relationship Id="rId54" Type="http://schemas.openxmlformats.org/officeDocument/2006/relationships/tags" Target="../tags/tag70.xml"/><Relationship Id="rId1" Type="http://schemas.openxmlformats.org/officeDocument/2006/relationships/tags" Target="../tags/tag17.xml"/><Relationship Id="rId6" Type="http://schemas.openxmlformats.org/officeDocument/2006/relationships/tags" Target="../tags/tag22.xml"/><Relationship Id="rId15" Type="http://schemas.openxmlformats.org/officeDocument/2006/relationships/tags" Target="../tags/tag31.xml"/><Relationship Id="rId23" Type="http://schemas.openxmlformats.org/officeDocument/2006/relationships/tags" Target="../tags/tag39.xml"/><Relationship Id="rId28" Type="http://schemas.openxmlformats.org/officeDocument/2006/relationships/tags" Target="../tags/tag44.xml"/><Relationship Id="rId36" Type="http://schemas.openxmlformats.org/officeDocument/2006/relationships/tags" Target="../tags/tag52.xml"/><Relationship Id="rId49" Type="http://schemas.openxmlformats.org/officeDocument/2006/relationships/tags" Target="../tags/tag65.xml"/><Relationship Id="rId57" Type="http://schemas.openxmlformats.org/officeDocument/2006/relationships/slideMaster" Target="../slideMasters/slideMaster2.xml"/><Relationship Id="rId10" Type="http://schemas.openxmlformats.org/officeDocument/2006/relationships/tags" Target="../tags/tag26.xml"/><Relationship Id="rId31" Type="http://schemas.openxmlformats.org/officeDocument/2006/relationships/tags" Target="../tags/tag47.xml"/><Relationship Id="rId44" Type="http://schemas.openxmlformats.org/officeDocument/2006/relationships/tags" Target="../tags/tag60.xml"/><Relationship Id="rId52" Type="http://schemas.openxmlformats.org/officeDocument/2006/relationships/tags" Target="../tags/tag68.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slideMaster" Target="../slideMasters/slideMaster2.xml"/><Relationship Id="rId5" Type="http://schemas.openxmlformats.org/officeDocument/2006/relationships/tags" Target="../tags/tag77.xml"/><Relationship Id="rId4" Type="http://schemas.openxmlformats.org/officeDocument/2006/relationships/tags" Target="../tags/tag76.xml"/></Relationships>
</file>

<file path=ppt/slideLayouts/_rels/slideLayout15.xml.rels><?xml version="1.0" encoding="UTF-8" standalone="yes"?>
<Relationships xmlns="http://schemas.openxmlformats.org/package/2006/relationships"><Relationship Id="rId13" Type="http://schemas.openxmlformats.org/officeDocument/2006/relationships/tags" Target="../tags/tag90.xml"/><Relationship Id="rId18" Type="http://schemas.openxmlformats.org/officeDocument/2006/relationships/tags" Target="../tags/tag95.xml"/><Relationship Id="rId26" Type="http://schemas.openxmlformats.org/officeDocument/2006/relationships/tags" Target="../tags/tag103.xml"/><Relationship Id="rId3" Type="http://schemas.openxmlformats.org/officeDocument/2006/relationships/tags" Target="../tags/tag80.xml"/><Relationship Id="rId21" Type="http://schemas.openxmlformats.org/officeDocument/2006/relationships/tags" Target="../tags/tag98.xml"/><Relationship Id="rId7" Type="http://schemas.openxmlformats.org/officeDocument/2006/relationships/tags" Target="../tags/tag84.xml"/><Relationship Id="rId12" Type="http://schemas.openxmlformats.org/officeDocument/2006/relationships/tags" Target="../tags/tag89.xml"/><Relationship Id="rId17" Type="http://schemas.openxmlformats.org/officeDocument/2006/relationships/tags" Target="../tags/tag94.xml"/><Relationship Id="rId25" Type="http://schemas.openxmlformats.org/officeDocument/2006/relationships/tags" Target="../tags/tag102.xml"/><Relationship Id="rId33" Type="http://schemas.openxmlformats.org/officeDocument/2006/relationships/slideMaster" Target="../slideMasters/slideMaster2.xml"/><Relationship Id="rId2" Type="http://schemas.openxmlformats.org/officeDocument/2006/relationships/tags" Target="../tags/tag79.xml"/><Relationship Id="rId16" Type="http://schemas.openxmlformats.org/officeDocument/2006/relationships/tags" Target="../tags/tag93.xml"/><Relationship Id="rId20" Type="http://schemas.openxmlformats.org/officeDocument/2006/relationships/tags" Target="../tags/tag97.xml"/><Relationship Id="rId29" Type="http://schemas.openxmlformats.org/officeDocument/2006/relationships/tags" Target="../tags/tag106.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tags" Target="../tags/tag88.xml"/><Relationship Id="rId24" Type="http://schemas.openxmlformats.org/officeDocument/2006/relationships/tags" Target="../tags/tag101.xml"/><Relationship Id="rId32" Type="http://schemas.openxmlformats.org/officeDocument/2006/relationships/tags" Target="../tags/tag109.xml"/><Relationship Id="rId5" Type="http://schemas.openxmlformats.org/officeDocument/2006/relationships/tags" Target="../tags/tag82.xml"/><Relationship Id="rId15" Type="http://schemas.openxmlformats.org/officeDocument/2006/relationships/tags" Target="../tags/tag92.xml"/><Relationship Id="rId23" Type="http://schemas.openxmlformats.org/officeDocument/2006/relationships/tags" Target="../tags/tag100.xml"/><Relationship Id="rId28" Type="http://schemas.openxmlformats.org/officeDocument/2006/relationships/tags" Target="../tags/tag105.xml"/><Relationship Id="rId10" Type="http://schemas.openxmlformats.org/officeDocument/2006/relationships/tags" Target="../tags/tag87.xml"/><Relationship Id="rId19" Type="http://schemas.openxmlformats.org/officeDocument/2006/relationships/tags" Target="../tags/tag96.xml"/><Relationship Id="rId31" Type="http://schemas.openxmlformats.org/officeDocument/2006/relationships/tags" Target="../tags/tag108.xml"/><Relationship Id="rId4" Type="http://schemas.openxmlformats.org/officeDocument/2006/relationships/tags" Target="../tags/tag81.xml"/><Relationship Id="rId9" Type="http://schemas.openxmlformats.org/officeDocument/2006/relationships/tags" Target="../tags/tag86.xml"/><Relationship Id="rId14" Type="http://schemas.openxmlformats.org/officeDocument/2006/relationships/tags" Target="../tags/tag91.xml"/><Relationship Id="rId22" Type="http://schemas.openxmlformats.org/officeDocument/2006/relationships/tags" Target="../tags/tag99.xml"/><Relationship Id="rId27" Type="http://schemas.openxmlformats.org/officeDocument/2006/relationships/tags" Target="../tags/tag104.xml"/><Relationship Id="rId30" Type="http://schemas.openxmlformats.org/officeDocument/2006/relationships/tags" Target="../tags/tag107.xml"/><Relationship Id="rId8" Type="http://schemas.openxmlformats.org/officeDocument/2006/relationships/tags" Target="../tags/tag85.xml"/></Relationships>
</file>

<file path=ppt/slideLayouts/_rels/slideLayout16.xml.rels><?xml version="1.0" encoding="UTF-8" standalone="yes"?>
<Relationships xmlns="http://schemas.openxmlformats.org/package/2006/relationships"><Relationship Id="rId13" Type="http://schemas.openxmlformats.org/officeDocument/2006/relationships/tags" Target="../tags/tag122.xml"/><Relationship Id="rId18" Type="http://schemas.openxmlformats.org/officeDocument/2006/relationships/tags" Target="../tags/tag127.xml"/><Relationship Id="rId26" Type="http://schemas.openxmlformats.org/officeDocument/2006/relationships/tags" Target="../tags/tag135.xml"/><Relationship Id="rId39" Type="http://schemas.openxmlformats.org/officeDocument/2006/relationships/tags" Target="../tags/tag148.xml"/><Relationship Id="rId21" Type="http://schemas.openxmlformats.org/officeDocument/2006/relationships/tags" Target="../tags/tag130.xml"/><Relationship Id="rId34" Type="http://schemas.openxmlformats.org/officeDocument/2006/relationships/tags" Target="../tags/tag143.xml"/><Relationship Id="rId42" Type="http://schemas.openxmlformats.org/officeDocument/2006/relationships/tags" Target="../tags/tag151.xml"/><Relationship Id="rId47" Type="http://schemas.openxmlformats.org/officeDocument/2006/relationships/tags" Target="../tags/tag156.xml"/><Relationship Id="rId7" Type="http://schemas.openxmlformats.org/officeDocument/2006/relationships/tags" Target="../tags/tag116.xml"/><Relationship Id="rId2" Type="http://schemas.openxmlformats.org/officeDocument/2006/relationships/tags" Target="../tags/tag111.xml"/><Relationship Id="rId16" Type="http://schemas.openxmlformats.org/officeDocument/2006/relationships/tags" Target="../tags/tag125.xml"/><Relationship Id="rId29" Type="http://schemas.openxmlformats.org/officeDocument/2006/relationships/tags" Target="../tags/tag138.xml"/><Relationship Id="rId1" Type="http://schemas.openxmlformats.org/officeDocument/2006/relationships/tags" Target="../tags/tag110.xml"/><Relationship Id="rId6" Type="http://schemas.openxmlformats.org/officeDocument/2006/relationships/tags" Target="../tags/tag115.xml"/><Relationship Id="rId11" Type="http://schemas.openxmlformats.org/officeDocument/2006/relationships/tags" Target="../tags/tag120.xml"/><Relationship Id="rId24" Type="http://schemas.openxmlformats.org/officeDocument/2006/relationships/tags" Target="../tags/tag133.xml"/><Relationship Id="rId32" Type="http://schemas.openxmlformats.org/officeDocument/2006/relationships/tags" Target="../tags/tag141.xml"/><Relationship Id="rId37" Type="http://schemas.openxmlformats.org/officeDocument/2006/relationships/tags" Target="../tags/tag146.xml"/><Relationship Id="rId40" Type="http://schemas.openxmlformats.org/officeDocument/2006/relationships/tags" Target="../tags/tag149.xml"/><Relationship Id="rId45" Type="http://schemas.openxmlformats.org/officeDocument/2006/relationships/tags" Target="../tags/tag154.xml"/><Relationship Id="rId5" Type="http://schemas.openxmlformats.org/officeDocument/2006/relationships/tags" Target="../tags/tag114.xml"/><Relationship Id="rId15" Type="http://schemas.openxmlformats.org/officeDocument/2006/relationships/tags" Target="../tags/tag124.xml"/><Relationship Id="rId23" Type="http://schemas.openxmlformats.org/officeDocument/2006/relationships/tags" Target="../tags/tag132.xml"/><Relationship Id="rId28" Type="http://schemas.openxmlformats.org/officeDocument/2006/relationships/tags" Target="../tags/tag137.xml"/><Relationship Id="rId36" Type="http://schemas.openxmlformats.org/officeDocument/2006/relationships/tags" Target="../tags/tag145.xml"/><Relationship Id="rId10" Type="http://schemas.openxmlformats.org/officeDocument/2006/relationships/tags" Target="../tags/tag119.xml"/><Relationship Id="rId19" Type="http://schemas.openxmlformats.org/officeDocument/2006/relationships/tags" Target="../tags/tag128.xml"/><Relationship Id="rId31" Type="http://schemas.openxmlformats.org/officeDocument/2006/relationships/tags" Target="../tags/tag140.xml"/><Relationship Id="rId44" Type="http://schemas.openxmlformats.org/officeDocument/2006/relationships/tags" Target="../tags/tag153.xml"/><Relationship Id="rId4" Type="http://schemas.openxmlformats.org/officeDocument/2006/relationships/tags" Target="../tags/tag113.xml"/><Relationship Id="rId9" Type="http://schemas.openxmlformats.org/officeDocument/2006/relationships/tags" Target="../tags/tag118.xml"/><Relationship Id="rId14" Type="http://schemas.openxmlformats.org/officeDocument/2006/relationships/tags" Target="../tags/tag123.xml"/><Relationship Id="rId22" Type="http://schemas.openxmlformats.org/officeDocument/2006/relationships/tags" Target="../tags/tag131.xml"/><Relationship Id="rId27" Type="http://schemas.openxmlformats.org/officeDocument/2006/relationships/tags" Target="../tags/tag136.xml"/><Relationship Id="rId30" Type="http://schemas.openxmlformats.org/officeDocument/2006/relationships/tags" Target="../tags/tag139.xml"/><Relationship Id="rId35" Type="http://schemas.openxmlformats.org/officeDocument/2006/relationships/tags" Target="../tags/tag144.xml"/><Relationship Id="rId43" Type="http://schemas.openxmlformats.org/officeDocument/2006/relationships/tags" Target="../tags/tag152.xml"/><Relationship Id="rId48" Type="http://schemas.openxmlformats.org/officeDocument/2006/relationships/slideMaster" Target="../slideMasters/slideMaster2.xml"/><Relationship Id="rId8" Type="http://schemas.openxmlformats.org/officeDocument/2006/relationships/tags" Target="../tags/tag117.xml"/><Relationship Id="rId3" Type="http://schemas.openxmlformats.org/officeDocument/2006/relationships/tags" Target="../tags/tag112.xml"/><Relationship Id="rId12" Type="http://schemas.openxmlformats.org/officeDocument/2006/relationships/tags" Target="../tags/tag121.xml"/><Relationship Id="rId17" Type="http://schemas.openxmlformats.org/officeDocument/2006/relationships/tags" Target="../tags/tag126.xml"/><Relationship Id="rId25" Type="http://schemas.openxmlformats.org/officeDocument/2006/relationships/tags" Target="../tags/tag134.xml"/><Relationship Id="rId33" Type="http://schemas.openxmlformats.org/officeDocument/2006/relationships/tags" Target="../tags/tag142.xml"/><Relationship Id="rId38" Type="http://schemas.openxmlformats.org/officeDocument/2006/relationships/tags" Target="../tags/tag147.xml"/><Relationship Id="rId46" Type="http://schemas.openxmlformats.org/officeDocument/2006/relationships/tags" Target="../tags/tag155.xml"/><Relationship Id="rId20" Type="http://schemas.openxmlformats.org/officeDocument/2006/relationships/tags" Target="../tags/tag129.xml"/><Relationship Id="rId41" Type="http://schemas.openxmlformats.org/officeDocument/2006/relationships/tags" Target="../tags/tag150.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159.xml"/><Relationship Id="rId7" Type="http://schemas.openxmlformats.org/officeDocument/2006/relationships/slideMaster" Target="../slideMasters/slideMaster2.xml"/><Relationship Id="rId2" Type="http://schemas.openxmlformats.org/officeDocument/2006/relationships/tags" Target="../tags/tag158.xml"/><Relationship Id="rId1" Type="http://schemas.openxmlformats.org/officeDocument/2006/relationships/tags" Target="../tags/tag157.xml"/><Relationship Id="rId6" Type="http://schemas.openxmlformats.org/officeDocument/2006/relationships/tags" Target="../tags/tag162.xml"/><Relationship Id="rId5" Type="http://schemas.openxmlformats.org/officeDocument/2006/relationships/tags" Target="../tags/tag161.xml"/><Relationship Id="rId4" Type="http://schemas.openxmlformats.org/officeDocument/2006/relationships/tags" Target="../tags/tag160.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70.xml"/><Relationship Id="rId3" Type="http://schemas.openxmlformats.org/officeDocument/2006/relationships/tags" Target="../tags/tag165.xml"/><Relationship Id="rId7" Type="http://schemas.openxmlformats.org/officeDocument/2006/relationships/tags" Target="../tags/tag169.xml"/><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9"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 Id="rId5" Type="http://schemas.openxmlformats.org/officeDocument/2006/relationships/slideMaster" Target="../slideMasters/slideMaster2.xml"/><Relationship Id="rId4" Type="http://schemas.openxmlformats.org/officeDocument/2006/relationships/tags" Target="../tags/tag174.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77.xml"/><Relationship Id="rId2" Type="http://schemas.openxmlformats.org/officeDocument/2006/relationships/tags" Target="../tags/tag176.xml"/><Relationship Id="rId1" Type="http://schemas.openxmlformats.org/officeDocument/2006/relationships/tags" Target="../tags/tag175.xml"/><Relationship Id="rId4"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185.xml"/><Relationship Id="rId13" Type="http://schemas.openxmlformats.org/officeDocument/2006/relationships/tags" Target="../tags/tag190.xml"/><Relationship Id="rId3" Type="http://schemas.openxmlformats.org/officeDocument/2006/relationships/tags" Target="../tags/tag180.xml"/><Relationship Id="rId7" Type="http://schemas.openxmlformats.org/officeDocument/2006/relationships/tags" Target="../tags/tag184.xml"/><Relationship Id="rId12" Type="http://schemas.openxmlformats.org/officeDocument/2006/relationships/tags" Target="../tags/tag189.xml"/><Relationship Id="rId2" Type="http://schemas.openxmlformats.org/officeDocument/2006/relationships/tags" Target="../tags/tag179.xml"/><Relationship Id="rId1" Type="http://schemas.openxmlformats.org/officeDocument/2006/relationships/tags" Target="../tags/tag178.xml"/><Relationship Id="rId6" Type="http://schemas.openxmlformats.org/officeDocument/2006/relationships/tags" Target="../tags/tag183.xml"/><Relationship Id="rId11" Type="http://schemas.openxmlformats.org/officeDocument/2006/relationships/tags" Target="../tags/tag188.xml"/><Relationship Id="rId5" Type="http://schemas.openxmlformats.org/officeDocument/2006/relationships/tags" Target="../tags/tag182.xml"/><Relationship Id="rId15" Type="http://schemas.openxmlformats.org/officeDocument/2006/relationships/slideMaster" Target="../slideMasters/slideMaster2.xml"/><Relationship Id="rId10" Type="http://schemas.openxmlformats.org/officeDocument/2006/relationships/tags" Target="../tags/tag187.xml"/><Relationship Id="rId4" Type="http://schemas.openxmlformats.org/officeDocument/2006/relationships/tags" Target="../tags/tag181.xml"/><Relationship Id="rId9" Type="http://schemas.openxmlformats.org/officeDocument/2006/relationships/tags" Target="../tags/tag186.xml"/><Relationship Id="rId14" Type="http://schemas.openxmlformats.org/officeDocument/2006/relationships/tags" Target="../tags/tag191.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 Id="rId6" Type="http://schemas.openxmlformats.org/officeDocument/2006/relationships/slideMaster" Target="../slideMasters/slideMaster2.xml"/><Relationship Id="rId5" Type="http://schemas.openxmlformats.org/officeDocument/2006/relationships/tags" Target="../tags/tag196.xml"/><Relationship Id="rId4" Type="http://schemas.openxmlformats.org/officeDocument/2006/relationships/tags" Target="../tags/tag195.xml"/></Relationships>
</file>

<file path=ppt/slideLayouts/_rels/slideLayout23.xml.rels><?xml version="1.0" encoding="UTF-8" standalone="yes"?>
<Relationships xmlns="http://schemas.openxmlformats.org/package/2006/relationships"><Relationship Id="rId13" Type="http://schemas.openxmlformats.org/officeDocument/2006/relationships/tags" Target="../tags/tag209.xml"/><Relationship Id="rId18" Type="http://schemas.openxmlformats.org/officeDocument/2006/relationships/tags" Target="../tags/tag214.xml"/><Relationship Id="rId26" Type="http://schemas.openxmlformats.org/officeDocument/2006/relationships/tags" Target="../tags/tag222.xml"/><Relationship Id="rId39" Type="http://schemas.openxmlformats.org/officeDocument/2006/relationships/tags" Target="../tags/tag235.xml"/><Relationship Id="rId21" Type="http://schemas.openxmlformats.org/officeDocument/2006/relationships/tags" Target="../tags/tag217.xml"/><Relationship Id="rId34" Type="http://schemas.openxmlformats.org/officeDocument/2006/relationships/tags" Target="../tags/tag230.xml"/><Relationship Id="rId42" Type="http://schemas.openxmlformats.org/officeDocument/2006/relationships/tags" Target="../tags/tag238.xml"/><Relationship Id="rId47" Type="http://schemas.openxmlformats.org/officeDocument/2006/relationships/tags" Target="../tags/tag243.xml"/><Relationship Id="rId50" Type="http://schemas.openxmlformats.org/officeDocument/2006/relationships/tags" Target="../tags/tag246.xml"/><Relationship Id="rId55" Type="http://schemas.openxmlformats.org/officeDocument/2006/relationships/tags" Target="../tags/tag251.xml"/><Relationship Id="rId7" Type="http://schemas.openxmlformats.org/officeDocument/2006/relationships/tags" Target="../tags/tag203.xml"/><Relationship Id="rId2" Type="http://schemas.openxmlformats.org/officeDocument/2006/relationships/tags" Target="../tags/tag198.xml"/><Relationship Id="rId16" Type="http://schemas.openxmlformats.org/officeDocument/2006/relationships/tags" Target="../tags/tag212.xml"/><Relationship Id="rId29" Type="http://schemas.openxmlformats.org/officeDocument/2006/relationships/tags" Target="../tags/tag225.xml"/><Relationship Id="rId11" Type="http://schemas.openxmlformats.org/officeDocument/2006/relationships/tags" Target="../tags/tag207.xml"/><Relationship Id="rId24" Type="http://schemas.openxmlformats.org/officeDocument/2006/relationships/tags" Target="../tags/tag220.xml"/><Relationship Id="rId32" Type="http://schemas.openxmlformats.org/officeDocument/2006/relationships/tags" Target="../tags/tag228.xml"/><Relationship Id="rId37" Type="http://schemas.openxmlformats.org/officeDocument/2006/relationships/tags" Target="../tags/tag233.xml"/><Relationship Id="rId40" Type="http://schemas.openxmlformats.org/officeDocument/2006/relationships/tags" Target="../tags/tag236.xml"/><Relationship Id="rId45" Type="http://schemas.openxmlformats.org/officeDocument/2006/relationships/tags" Target="../tags/tag241.xml"/><Relationship Id="rId53" Type="http://schemas.openxmlformats.org/officeDocument/2006/relationships/tags" Target="../tags/tag249.xml"/><Relationship Id="rId5" Type="http://schemas.openxmlformats.org/officeDocument/2006/relationships/tags" Target="../tags/tag201.xml"/><Relationship Id="rId19" Type="http://schemas.openxmlformats.org/officeDocument/2006/relationships/tags" Target="../tags/tag215.xml"/><Relationship Id="rId4" Type="http://schemas.openxmlformats.org/officeDocument/2006/relationships/tags" Target="../tags/tag200.xml"/><Relationship Id="rId9" Type="http://schemas.openxmlformats.org/officeDocument/2006/relationships/tags" Target="../tags/tag205.xml"/><Relationship Id="rId14" Type="http://schemas.openxmlformats.org/officeDocument/2006/relationships/tags" Target="../tags/tag210.xml"/><Relationship Id="rId22" Type="http://schemas.openxmlformats.org/officeDocument/2006/relationships/tags" Target="../tags/tag218.xml"/><Relationship Id="rId27" Type="http://schemas.openxmlformats.org/officeDocument/2006/relationships/tags" Target="../tags/tag223.xml"/><Relationship Id="rId30" Type="http://schemas.openxmlformats.org/officeDocument/2006/relationships/tags" Target="../tags/tag226.xml"/><Relationship Id="rId35" Type="http://schemas.openxmlformats.org/officeDocument/2006/relationships/tags" Target="../tags/tag231.xml"/><Relationship Id="rId43" Type="http://schemas.openxmlformats.org/officeDocument/2006/relationships/tags" Target="../tags/tag239.xml"/><Relationship Id="rId48" Type="http://schemas.openxmlformats.org/officeDocument/2006/relationships/tags" Target="../tags/tag244.xml"/><Relationship Id="rId56" Type="http://schemas.openxmlformats.org/officeDocument/2006/relationships/tags" Target="../tags/tag252.xml"/><Relationship Id="rId8" Type="http://schemas.openxmlformats.org/officeDocument/2006/relationships/tags" Target="../tags/tag204.xml"/><Relationship Id="rId51" Type="http://schemas.openxmlformats.org/officeDocument/2006/relationships/tags" Target="../tags/tag247.xml"/><Relationship Id="rId3" Type="http://schemas.openxmlformats.org/officeDocument/2006/relationships/tags" Target="../tags/tag199.xml"/><Relationship Id="rId12" Type="http://schemas.openxmlformats.org/officeDocument/2006/relationships/tags" Target="../tags/tag208.xml"/><Relationship Id="rId17" Type="http://schemas.openxmlformats.org/officeDocument/2006/relationships/tags" Target="../tags/tag213.xml"/><Relationship Id="rId25" Type="http://schemas.openxmlformats.org/officeDocument/2006/relationships/tags" Target="../tags/tag221.xml"/><Relationship Id="rId33" Type="http://schemas.openxmlformats.org/officeDocument/2006/relationships/tags" Target="../tags/tag229.xml"/><Relationship Id="rId38" Type="http://schemas.openxmlformats.org/officeDocument/2006/relationships/tags" Target="../tags/tag234.xml"/><Relationship Id="rId46" Type="http://schemas.openxmlformats.org/officeDocument/2006/relationships/tags" Target="../tags/tag242.xml"/><Relationship Id="rId20" Type="http://schemas.openxmlformats.org/officeDocument/2006/relationships/tags" Target="../tags/tag216.xml"/><Relationship Id="rId41" Type="http://schemas.openxmlformats.org/officeDocument/2006/relationships/tags" Target="../tags/tag237.xml"/><Relationship Id="rId54" Type="http://schemas.openxmlformats.org/officeDocument/2006/relationships/tags" Target="../tags/tag250.xml"/><Relationship Id="rId1" Type="http://schemas.openxmlformats.org/officeDocument/2006/relationships/tags" Target="../tags/tag197.xml"/><Relationship Id="rId6" Type="http://schemas.openxmlformats.org/officeDocument/2006/relationships/tags" Target="../tags/tag202.xml"/><Relationship Id="rId15" Type="http://schemas.openxmlformats.org/officeDocument/2006/relationships/tags" Target="../tags/tag211.xml"/><Relationship Id="rId23" Type="http://schemas.openxmlformats.org/officeDocument/2006/relationships/tags" Target="../tags/tag219.xml"/><Relationship Id="rId28" Type="http://schemas.openxmlformats.org/officeDocument/2006/relationships/tags" Target="../tags/tag224.xml"/><Relationship Id="rId36" Type="http://schemas.openxmlformats.org/officeDocument/2006/relationships/tags" Target="../tags/tag232.xml"/><Relationship Id="rId49" Type="http://schemas.openxmlformats.org/officeDocument/2006/relationships/tags" Target="../tags/tag245.xml"/><Relationship Id="rId57" Type="http://schemas.openxmlformats.org/officeDocument/2006/relationships/slideMaster" Target="../slideMasters/slideMaster2.xml"/><Relationship Id="rId10" Type="http://schemas.openxmlformats.org/officeDocument/2006/relationships/tags" Target="../tags/tag206.xml"/><Relationship Id="rId31" Type="http://schemas.openxmlformats.org/officeDocument/2006/relationships/tags" Target="../tags/tag227.xml"/><Relationship Id="rId44" Type="http://schemas.openxmlformats.org/officeDocument/2006/relationships/tags" Target="../tags/tag240.xml"/><Relationship Id="rId52" Type="http://schemas.openxmlformats.org/officeDocument/2006/relationships/tags" Target="../tags/tag248.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GB"/>
              <a:t>Click to edit Master title style</a:t>
            </a:r>
            <a:endParaRPr lang="x-none"/>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GB"/>
              <a:t>Click to edit Master title style</a:t>
            </a:r>
            <a:endParaRPr lang="x-none"/>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GB"/>
              <a:t>Click to edit Master title style</a:t>
            </a:r>
            <a:endParaRPr lang="x-none"/>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x-none"/>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CFAFBDD-B3A6-764C-96C5-D47E408BE7DA}" type="datetimeFigureOut">
              <a:rPr lang="x-none" smtClean="0"/>
              <a:t>01-Oct-26</a:t>
            </a:fld>
            <a:endParaRPr lang="x-none"/>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x-none"/>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4F24236-A7E8-8F4B-916A-973104C1EEF5}" type="slidenum">
              <a:rPr lang="x-none" smtClean="0"/>
              <a:t>‹#›</a:t>
            </a:fld>
            <a:endParaRPr lang="x-none"/>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x-none"/>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CFAFBDD-B3A6-764C-96C5-D47E408BE7DA}" type="datetimeFigureOut">
              <a:rPr lang="x-none" smtClean="0"/>
              <a:t>01-Oct-26</a:t>
            </a:fld>
            <a:endParaRPr lang="x-none"/>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x-none"/>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4F24236-A7E8-8F4B-916A-973104C1EEF5}" type="slidenum">
              <a:rPr lang="x-none" smtClean="0"/>
              <a:t>‹#›</a:t>
            </a:fld>
            <a:endParaRPr lang="x-none"/>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GB"/>
              <a:t>Click to edit Master title style</a:t>
            </a:r>
            <a:endParaRPr lang="x-none"/>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CFAFBDD-B3A6-764C-96C5-D47E408BE7DA}" type="datetimeFigureOut">
              <a:rPr lang="x-none" smtClean="0"/>
              <a:t>01-Oct-26</a:t>
            </a:fld>
            <a:endParaRPr lang="x-none"/>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x-none"/>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4F24236-A7E8-8F4B-916A-973104C1EEF5}" type="slidenum">
              <a:rPr lang="x-none" smtClean="0"/>
              <a:t>‹#›</a:t>
            </a:fld>
            <a:endParaRPr lang="x-none"/>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GB"/>
              <a:t>Click to edit Master title style</a:t>
            </a:r>
            <a:endParaRPr lang="x-none"/>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CFAFBDD-B3A6-764C-96C5-D47E408BE7DA}" type="datetimeFigureOut">
              <a:rPr lang="x-none" smtClean="0"/>
              <a:t>01-Oct-26</a:t>
            </a:fld>
            <a:endParaRPr lang="x-none"/>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x-none"/>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4F24236-A7E8-8F4B-916A-973104C1EEF5}" type="slidenum">
              <a:rPr lang="x-none" smtClean="0"/>
              <a:t>‹#›</a:t>
            </a:fld>
            <a:endParaRPr lang="x-none"/>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7" name="Rectangle 41649-2186&amp;734" descr="preencoded.png"/>
          <p:cNvSpPr/>
          <p:nvPr userDrawn="1">
            <p:custDataLst>
              <p:tags r:id="rId1"/>
            </p:custDataLst>
          </p:nvPr>
        </p:nvSpPr>
        <p:spPr>
          <a:xfrm>
            <a:off x="9625407" y="914400"/>
            <a:ext cx="2566593" cy="2615184"/>
          </a:xfrm>
          <a:custGeom>
            <a:avLst/>
            <a:gdLst>
              <a:gd name="connsiteX0" fmla="*/ 0 w 2566593"/>
              <a:gd name="connsiteY0" fmla="*/ 0 h 2615184"/>
              <a:gd name="connsiteX1" fmla="*/ 2566593 w 2566593"/>
              <a:gd name="connsiteY1" fmla="*/ 0 h 2615184"/>
              <a:gd name="connsiteX2" fmla="*/ 2566593 w 2566593"/>
              <a:gd name="connsiteY2" fmla="*/ 2615184 h 2615184"/>
              <a:gd name="connsiteX3" fmla="*/ 0 w 2566593"/>
              <a:gd name="connsiteY3" fmla="*/ 2615184 h 2615184"/>
            </a:gdLst>
            <a:ahLst/>
            <a:cxnLst>
              <a:cxn ang="0">
                <a:pos x="connsiteX0" y="connsiteY0"/>
              </a:cxn>
              <a:cxn ang="0">
                <a:pos x="connsiteX1" y="connsiteY1"/>
              </a:cxn>
              <a:cxn ang="0">
                <a:pos x="connsiteX2" y="connsiteY2"/>
              </a:cxn>
              <a:cxn ang="0">
                <a:pos x="connsiteX3" y="connsiteY3"/>
              </a:cxn>
            </a:cxnLst>
            <a:rect l="l" t="t" r="r" b="b"/>
            <a:pathLst>
              <a:path w="2566593" h="2615184">
                <a:moveTo>
                  <a:pt x="0" y="0"/>
                </a:moveTo>
                <a:lnTo>
                  <a:pt x="2566593" y="0"/>
                </a:lnTo>
                <a:lnTo>
                  <a:pt x="2566593" y="2615184"/>
                </a:lnTo>
                <a:lnTo>
                  <a:pt x="0" y="2615184"/>
                </a:lnTo>
                <a:close/>
              </a:path>
            </a:pathLst>
          </a:custGeom>
          <a:gradFill>
            <a:gsLst>
              <a:gs pos="19361">
                <a:schemeClr val="accent2"/>
              </a:gs>
              <a:gs pos="100000">
                <a:schemeClr val="accent3">
                  <a:lumMod val="20000"/>
                  <a:lumOff val="80000"/>
                  <a:alpha val="0"/>
                </a:schemeClr>
              </a:gs>
            </a:gsLst>
            <a:lin ang="0" scaled="1"/>
          </a:gradFill>
          <a:ln w="12682" cap="flat">
            <a:noFill/>
            <a:prstDash val="solid"/>
            <a:miter/>
          </a:ln>
        </p:spPr>
        <p:txBody>
          <a:bodyPr rtlCol="0" anchor="ctr"/>
          <a:lstStyle/>
          <a:p>
            <a:endParaRPr lang="en-US">
              <a:cs typeface="Arial" panose="020B0604020202020204" pitchFamily="34" charset="0"/>
            </a:endParaRPr>
          </a:p>
        </p:txBody>
      </p:sp>
      <p:sp>
        <p:nvSpPr>
          <p:cNvPr id="14" name="Ellipse 37-2186&amp;742" descr="preencoded.png"/>
          <p:cNvSpPr/>
          <p:nvPr>
            <p:custDataLst>
              <p:tags r:id="rId2"/>
            </p:custDataLst>
          </p:nvPr>
        </p:nvSpPr>
        <p:spPr>
          <a:xfrm>
            <a:off x="7388352" y="5979504"/>
            <a:ext cx="1892808" cy="878496"/>
          </a:xfrm>
          <a:custGeom>
            <a:avLst/>
            <a:gdLst>
              <a:gd name="connsiteX0" fmla="*/ 946404 w 1892808"/>
              <a:gd name="connsiteY0" fmla="*/ 878496 h 878496"/>
              <a:gd name="connsiteX1" fmla="*/ 0 w 1892808"/>
              <a:gd name="connsiteY1" fmla="*/ 878496 h 878496"/>
              <a:gd name="connsiteX2" fmla="*/ 72041 w 1892808"/>
              <a:gd name="connsiteY2" fmla="*/ 542310 h 878496"/>
              <a:gd name="connsiteX3" fmla="*/ 277195 w 1892808"/>
              <a:gd name="connsiteY3" fmla="*/ 257306 h 878496"/>
              <a:gd name="connsiteX4" fmla="*/ 584231 w 1892808"/>
              <a:gd name="connsiteY4" fmla="*/ 66872 h 878496"/>
              <a:gd name="connsiteX5" fmla="*/ 946404 w 1892808"/>
              <a:gd name="connsiteY5" fmla="*/ 0 h 878496"/>
              <a:gd name="connsiteX6" fmla="*/ 1308578 w 1892808"/>
              <a:gd name="connsiteY6" fmla="*/ 66872 h 878496"/>
              <a:gd name="connsiteX7" fmla="*/ 1615607 w 1892808"/>
              <a:gd name="connsiteY7" fmla="*/ 257306 h 878496"/>
              <a:gd name="connsiteX8" fmla="*/ 1820767 w 1892808"/>
              <a:gd name="connsiteY8" fmla="*/ 542310 h 878496"/>
              <a:gd name="connsiteX9" fmla="*/ 1892808 w 1892808"/>
              <a:gd name="connsiteY9" fmla="*/ 878496 h 87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2808" h="878496">
                <a:moveTo>
                  <a:pt x="946404" y="878496"/>
                </a:moveTo>
                <a:lnTo>
                  <a:pt x="0" y="878496"/>
                </a:lnTo>
                <a:cubicBezTo>
                  <a:pt x="0" y="763130"/>
                  <a:pt x="24479" y="648894"/>
                  <a:pt x="72041" y="542310"/>
                </a:cubicBezTo>
                <a:cubicBezTo>
                  <a:pt x="119602" y="435727"/>
                  <a:pt x="189314" y="338882"/>
                  <a:pt x="277195" y="257306"/>
                </a:cubicBezTo>
                <a:cubicBezTo>
                  <a:pt x="365077" y="175730"/>
                  <a:pt x="469408" y="111020"/>
                  <a:pt x="584231" y="66872"/>
                </a:cubicBezTo>
                <a:cubicBezTo>
                  <a:pt x="699053" y="22723"/>
                  <a:pt x="822120" y="0"/>
                  <a:pt x="946404" y="0"/>
                </a:cubicBezTo>
                <a:cubicBezTo>
                  <a:pt x="1070688" y="0"/>
                  <a:pt x="1193755" y="22723"/>
                  <a:pt x="1308578" y="66872"/>
                </a:cubicBezTo>
                <a:cubicBezTo>
                  <a:pt x="1423404" y="111020"/>
                  <a:pt x="1527725" y="175730"/>
                  <a:pt x="1615607" y="257306"/>
                </a:cubicBezTo>
                <a:cubicBezTo>
                  <a:pt x="1703489" y="338881"/>
                  <a:pt x="1773206" y="435727"/>
                  <a:pt x="1820767" y="542310"/>
                </a:cubicBezTo>
                <a:cubicBezTo>
                  <a:pt x="1868329" y="648894"/>
                  <a:pt x="1892808" y="763130"/>
                  <a:pt x="1892808" y="878496"/>
                </a:cubicBezTo>
                <a:close/>
              </a:path>
            </a:pathLst>
          </a:custGeom>
          <a:solidFill>
            <a:schemeClr val="accent2">
              <a:alpha val="18000"/>
            </a:schemeClr>
          </a:solidFill>
          <a:ln w="12682" cap="flat">
            <a:noFill/>
            <a:prstDash val="solid"/>
            <a:miter/>
          </a:ln>
        </p:spPr>
        <p:txBody>
          <a:bodyPr rtlCol="0" anchor="ctr"/>
          <a:lstStyle/>
          <a:p>
            <a:endParaRPr lang="en-US">
              <a:cs typeface="Arial" panose="020B0604020202020204" pitchFamily="34" charset="0"/>
            </a:endParaRPr>
          </a:p>
        </p:txBody>
      </p:sp>
      <p:sp>
        <p:nvSpPr>
          <p:cNvPr id="79" name="任意多边形: 形状 78" descr="preencoded.png"/>
          <p:cNvSpPr/>
          <p:nvPr>
            <p:custDataLst>
              <p:tags r:id="rId3"/>
            </p:custDataLst>
          </p:nvPr>
        </p:nvSpPr>
        <p:spPr>
          <a:xfrm>
            <a:off x="1" y="0"/>
            <a:ext cx="2095873" cy="914400"/>
          </a:xfrm>
          <a:custGeom>
            <a:avLst/>
            <a:gdLst>
              <a:gd name="connsiteX0" fmla="*/ 0 w 2095873"/>
              <a:gd name="connsiteY0" fmla="*/ 0 h 914400"/>
              <a:gd name="connsiteX1" fmla="*/ 2095873 w 2095873"/>
              <a:gd name="connsiteY1" fmla="*/ 0 h 914400"/>
              <a:gd name="connsiteX2" fmla="*/ 2042749 w 2095873"/>
              <a:gd name="connsiteY2" fmla="*/ 112323 h 914400"/>
              <a:gd name="connsiteX3" fmla="*/ 1777581 w 2095873"/>
              <a:gd name="connsiteY3" fmla="*/ 469891 h 914400"/>
              <a:gd name="connsiteX4" fmla="*/ 1285340 w 2095873"/>
              <a:gd name="connsiteY4" fmla="*/ 798876 h 914400"/>
              <a:gd name="connsiteX5" fmla="*/ 704689 w 2095873"/>
              <a:gd name="connsiteY5" fmla="*/ 914400 h 914400"/>
              <a:gd name="connsiteX6" fmla="*/ 124042 w 2095873"/>
              <a:gd name="connsiteY6" fmla="*/ 798876 h 914400"/>
              <a:gd name="connsiteX7" fmla="*/ 0 w 2095873"/>
              <a:gd name="connsiteY7" fmla="*/ 740186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5873" h="914400">
                <a:moveTo>
                  <a:pt x="0" y="0"/>
                </a:moveTo>
                <a:lnTo>
                  <a:pt x="2095873" y="0"/>
                </a:lnTo>
                <a:lnTo>
                  <a:pt x="2042749" y="112323"/>
                </a:lnTo>
                <a:cubicBezTo>
                  <a:pt x="1972540" y="243663"/>
                  <a:pt x="1883256" y="364196"/>
                  <a:pt x="1777581" y="469891"/>
                </a:cubicBezTo>
                <a:cubicBezTo>
                  <a:pt x="1636694" y="610818"/>
                  <a:pt x="1469423" y="722607"/>
                  <a:pt x="1285340" y="798876"/>
                </a:cubicBezTo>
                <a:cubicBezTo>
                  <a:pt x="1101249" y="875144"/>
                  <a:pt x="903945" y="914400"/>
                  <a:pt x="704689" y="914400"/>
                </a:cubicBezTo>
                <a:cubicBezTo>
                  <a:pt x="505434" y="914400"/>
                  <a:pt x="308130" y="875144"/>
                  <a:pt x="124042" y="798876"/>
                </a:cubicBezTo>
                <a:lnTo>
                  <a:pt x="0" y="740186"/>
                </a:lnTo>
                <a:close/>
              </a:path>
            </a:pathLst>
          </a:custGeom>
          <a:solidFill>
            <a:schemeClr val="accent2">
              <a:alpha val="20000"/>
            </a:schemeClr>
          </a:solidFill>
          <a:ln w="12682" cap="flat">
            <a:noFill/>
            <a:prstDash val="solid"/>
            <a:miter/>
          </a:ln>
        </p:spPr>
        <p:txBody>
          <a:bodyPr rtlCol="0" anchor="ctr"/>
          <a:lstStyle/>
          <a:p>
            <a:endParaRPr lang="en-US">
              <a:cs typeface="Arial" panose="020B0604020202020204" pitchFamily="34" charset="0"/>
            </a:endParaRPr>
          </a:p>
        </p:txBody>
      </p:sp>
      <p:sp>
        <p:nvSpPr>
          <p:cNvPr id="54" name="椭圆 53"/>
          <p:cNvSpPr/>
          <p:nvPr>
            <p:custDataLst>
              <p:tags r:id="rId4"/>
            </p:custDataLst>
          </p:nvPr>
        </p:nvSpPr>
        <p:spPr>
          <a:xfrm>
            <a:off x="9775190" y="444373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5" name="椭圆 54"/>
          <p:cNvSpPr/>
          <p:nvPr>
            <p:custDataLst>
              <p:tags r:id="rId5"/>
            </p:custDataLst>
          </p:nvPr>
        </p:nvSpPr>
        <p:spPr>
          <a:xfrm>
            <a:off x="10154285" y="443611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6" name="椭圆 55"/>
          <p:cNvSpPr/>
          <p:nvPr>
            <p:custDataLst>
              <p:tags r:id="rId6"/>
            </p:custDataLst>
          </p:nvPr>
        </p:nvSpPr>
        <p:spPr>
          <a:xfrm>
            <a:off x="10533380" y="442849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7" name="椭圆 56"/>
          <p:cNvSpPr/>
          <p:nvPr>
            <p:custDataLst>
              <p:tags r:id="rId7"/>
            </p:custDataLst>
          </p:nvPr>
        </p:nvSpPr>
        <p:spPr>
          <a:xfrm>
            <a:off x="10912475" y="443611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8" name="椭圆 57"/>
          <p:cNvSpPr/>
          <p:nvPr>
            <p:custDataLst>
              <p:tags r:id="rId8"/>
            </p:custDataLst>
          </p:nvPr>
        </p:nvSpPr>
        <p:spPr>
          <a:xfrm>
            <a:off x="11291570" y="442849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9" name="椭圆 58"/>
          <p:cNvSpPr/>
          <p:nvPr>
            <p:custDataLst>
              <p:tags r:id="rId9"/>
            </p:custDataLst>
          </p:nvPr>
        </p:nvSpPr>
        <p:spPr>
          <a:xfrm>
            <a:off x="11670665" y="444373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8" name="椭圆 47"/>
          <p:cNvSpPr/>
          <p:nvPr>
            <p:custDataLst>
              <p:tags r:id="rId10"/>
            </p:custDataLst>
          </p:nvPr>
        </p:nvSpPr>
        <p:spPr>
          <a:xfrm>
            <a:off x="9775190" y="482282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9" name="椭圆 48"/>
          <p:cNvSpPr/>
          <p:nvPr>
            <p:custDataLst>
              <p:tags r:id="rId11"/>
            </p:custDataLst>
          </p:nvPr>
        </p:nvSpPr>
        <p:spPr>
          <a:xfrm>
            <a:off x="10154285" y="481520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0" name="椭圆 49"/>
          <p:cNvSpPr/>
          <p:nvPr>
            <p:custDataLst>
              <p:tags r:id="rId12"/>
            </p:custDataLst>
          </p:nvPr>
        </p:nvSpPr>
        <p:spPr>
          <a:xfrm>
            <a:off x="10533380" y="480758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1" name="椭圆 50"/>
          <p:cNvSpPr/>
          <p:nvPr>
            <p:custDataLst>
              <p:tags r:id="rId13"/>
            </p:custDataLst>
          </p:nvPr>
        </p:nvSpPr>
        <p:spPr>
          <a:xfrm>
            <a:off x="10912475" y="481520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2" name="椭圆 51"/>
          <p:cNvSpPr/>
          <p:nvPr>
            <p:custDataLst>
              <p:tags r:id="rId14"/>
            </p:custDataLst>
          </p:nvPr>
        </p:nvSpPr>
        <p:spPr>
          <a:xfrm>
            <a:off x="11291570" y="480758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3" name="椭圆 52"/>
          <p:cNvSpPr/>
          <p:nvPr>
            <p:custDataLst>
              <p:tags r:id="rId15"/>
            </p:custDataLst>
          </p:nvPr>
        </p:nvSpPr>
        <p:spPr>
          <a:xfrm>
            <a:off x="11670665" y="482282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2" name="椭圆 41"/>
          <p:cNvSpPr/>
          <p:nvPr>
            <p:custDataLst>
              <p:tags r:id="rId16"/>
            </p:custDataLst>
          </p:nvPr>
        </p:nvSpPr>
        <p:spPr>
          <a:xfrm>
            <a:off x="9775190" y="520192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3" name="椭圆 42"/>
          <p:cNvSpPr/>
          <p:nvPr>
            <p:custDataLst>
              <p:tags r:id="rId17"/>
            </p:custDataLst>
          </p:nvPr>
        </p:nvSpPr>
        <p:spPr>
          <a:xfrm>
            <a:off x="10154285" y="519430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4" name="椭圆 43"/>
          <p:cNvSpPr/>
          <p:nvPr>
            <p:custDataLst>
              <p:tags r:id="rId18"/>
            </p:custDataLst>
          </p:nvPr>
        </p:nvSpPr>
        <p:spPr>
          <a:xfrm>
            <a:off x="10533380" y="518668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5" name="椭圆 44"/>
          <p:cNvSpPr/>
          <p:nvPr>
            <p:custDataLst>
              <p:tags r:id="rId19"/>
            </p:custDataLst>
          </p:nvPr>
        </p:nvSpPr>
        <p:spPr>
          <a:xfrm>
            <a:off x="10912475" y="519430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6" name="椭圆 45"/>
          <p:cNvSpPr/>
          <p:nvPr>
            <p:custDataLst>
              <p:tags r:id="rId20"/>
            </p:custDataLst>
          </p:nvPr>
        </p:nvSpPr>
        <p:spPr>
          <a:xfrm>
            <a:off x="11291570" y="518668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7" name="椭圆 46"/>
          <p:cNvSpPr/>
          <p:nvPr>
            <p:custDataLst>
              <p:tags r:id="rId21"/>
            </p:custDataLst>
          </p:nvPr>
        </p:nvSpPr>
        <p:spPr>
          <a:xfrm>
            <a:off x="11670665" y="520192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6" name="椭圆 35"/>
          <p:cNvSpPr/>
          <p:nvPr>
            <p:custDataLst>
              <p:tags r:id="rId22"/>
            </p:custDataLst>
          </p:nvPr>
        </p:nvSpPr>
        <p:spPr>
          <a:xfrm>
            <a:off x="9775190" y="558101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7" name="椭圆 36"/>
          <p:cNvSpPr/>
          <p:nvPr>
            <p:custDataLst>
              <p:tags r:id="rId23"/>
            </p:custDataLst>
          </p:nvPr>
        </p:nvSpPr>
        <p:spPr>
          <a:xfrm>
            <a:off x="10154285" y="557339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8" name="椭圆 37"/>
          <p:cNvSpPr/>
          <p:nvPr>
            <p:custDataLst>
              <p:tags r:id="rId24"/>
            </p:custDataLst>
          </p:nvPr>
        </p:nvSpPr>
        <p:spPr>
          <a:xfrm>
            <a:off x="10533380" y="556577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9" name="椭圆 38"/>
          <p:cNvSpPr/>
          <p:nvPr>
            <p:custDataLst>
              <p:tags r:id="rId25"/>
            </p:custDataLst>
          </p:nvPr>
        </p:nvSpPr>
        <p:spPr>
          <a:xfrm>
            <a:off x="10912475" y="557339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0" name="椭圆 39"/>
          <p:cNvSpPr/>
          <p:nvPr>
            <p:custDataLst>
              <p:tags r:id="rId26"/>
            </p:custDataLst>
          </p:nvPr>
        </p:nvSpPr>
        <p:spPr>
          <a:xfrm>
            <a:off x="11291570" y="556577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1" name="椭圆 40"/>
          <p:cNvSpPr/>
          <p:nvPr>
            <p:custDataLst>
              <p:tags r:id="rId27"/>
            </p:custDataLst>
          </p:nvPr>
        </p:nvSpPr>
        <p:spPr>
          <a:xfrm>
            <a:off x="11670665" y="558101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0" name="椭圆 29"/>
          <p:cNvSpPr/>
          <p:nvPr>
            <p:custDataLst>
              <p:tags r:id="rId28"/>
            </p:custDataLst>
          </p:nvPr>
        </p:nvSpPr>
        <p:spPr>
          <a:xfrm>
            <a:off x="9775190" y="596011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1" name="椭圆 30"/>
          <p:cNvSpPr/>
          <p:nvPr>
            <p:custDataLst>
              <p:tags r:id="rId29"/>
            </p:custDataLst>
          </p:nvPr>
        </p:nvSpPr>
        <p:spPr>
          <a:xfrm>
            <a:off x="10154285" y="595249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2" name="椭圆 31"/>
          <p:cNvSpPr/>
          <p:nvPr>
            <p:custDataLst>
              <p:tags r:id="rId30"/>
            </p:custDataLst>
          </p:nvPr>
        </p:nvSpPr>
        <p:spPr>
          <a:xfrm>
            <a:off x="10533380" y="594487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3" name="椭圆 32"/>
          <p:cNvSpPr/>
          <p:nvPr>
            <p:custDataLst>
              <p:tags r:id="rId31"/>
            </p:custDataLst>
          </p:nvPr>
        </p:nvSpPr>
        <p:spPr>
          <a:xfrm>
            <a:off x="10912475" y="595249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4" name="椭圆 33"/>
          <p:cNvSpPr/>
          <p:nvPr>
            <p:custDataLst>
              <p:tags r:id="rId32"/>
            </p:custDataLst>
          </p:nvPr>
        </p:nvSpPr>
        <p:spPr>
          <a:xfrm>
            <a:off x="11291570" y="594487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5" name="椭圆 34"/>
          <p:cNvSpPr/>
          <p:nvPr>
            <p:custDataLst>
              <p:tags r:id="rId33"/>
            </p:custDataLst>
          </p:nvPr>
        </p:nvSpPr>
        <p:spPr>
          <a:xfrm>
            <a:off x="11670665" y="596011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3" name="椭圆 22"/>
          <p:cNvSpPr/>
          <p:nvPr>
            <p:custDataLst>
              <p:tags r:id="rId34"/>
            </p:custDataLst>
          </p:nvPr>
        </p:nvSpPr>
        <p:spPr>
          <a:xfrm>
            <a:off x="9775190" y="633920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5" name="椭圆 24"/>
          <p:cNvSpPr/>
          <p:nvPr>
            <p:custDataLst>
              <p:tags r:id="rId35"/>
            </p:custDataLst>
          </p:nvPr>
        </p:nvSpPr>
        <p:spPr>
          <a:xfrm>
            <a:off x="10154285" y="633158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6" name="椭圆 25"/>
          <p:cNvSpPr/>
          <p:nvPr>
            <p:custDataLst>
              <p:tags r:id="rId36"/>
            </p:custDataLst>
          </p:nvPr>
        </p:nvSpPr>
        <p:spPr>
          <a:xfrm>
            <a:off x="10533380" y="632396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7" name="椭圆 26"/>
          <p:cNvSpPr/>
          <p:nvPr>
            <p:custDataLst>
              <p:tags r:id="rId37"/>
            </p:custDataLst>
          </p:nvPr>
        </p:nvSpPr>
        <p:spPr>
          <a:xfrm>
            <a:off x="10912475" y="633158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8" name="椭圆 27"/>
          <p:cNvSpPr/>
          <p:nvPr>
            <p:custDataLst>
              <p:tags r:id="rId38"/>
            </p:custDataLst>
          </p:nvPr>
        </p:nvSpPr>
        <p:spPr>
          <a:xfrm>
            <a:off x="11291570" y="632396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9" name="椭圆 28"/>
          <p:cNvSpPr/>
          <p:nvPr>
            <p:custDataLst>
              <p:tags r:id="rId39"/>
            </p:custDataLst>
          </p:nvPr>
        </p:nvSpPr>
        <p:spPr>
          <a:xfrm>
            <a:off x="11670665" y="633920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72" name="椭圆 71"/>
          <p:cNvSpPr/>
          <p:nvPr>
            <p:custDataLst>
              <p:tags r:id="rId40"/>
            </p:custDataLst>
          </p:nvPr>
        </p:nvSpPr>
        <p:spPr>
          <a:xfrm>
            <a:off x="290195" y="27940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73" name="椭圆 72"/>
          <p:cNvSpPr/>
          <p:nvPr>
            <p:custDataLst>
              <p:tags r:id="rId41"/>
            </p:custDataLst>
          </p:nvPr>
        </p:nvSpPr>
        <p:spPr>
          <a:xfrm>
            <a:off x="669290" y="28702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74" name="椭圆 73"/>
          <p:cNvSpPr/>
          <p:nvPr>
            <p:custDataLst>
              <p:tags r:id="rId42"/>
            </p:custDataLst>
          </p:nvPr>
        </p:nvSpPr>
        <p:spPr>
          <a:xfrm>
            <a:off x="1048385" y="27940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75" name="椭圆 74"/>
          <p:cNvSpPr/>
          <p:nvPr>
            <p:custDataLst>
              <p:tags r:id="rId43"/>
            </p:custDataLst>
          </p:nvPr>
        </p:nvSpPr>
        <p:spPr>
          <a:xfrm>
            <a:off x="1427480" y="29464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68" name="椭圆 67"/>
          <p:cNvSpPr/>
          <p:nvPr>
            <p:custDataLst>
              <p:tags r:id="rId44"/>
            </p:custDataLst>
          </p:nvPr>
        </p:nvSpPr>
        <p:spPr>
          <a:xfrm>
            <a:off x="290195" y="65849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69" name="椭圆 68"/>
          <p:cNvSpPr/>
          <p:nvPr>
            <p:custDataLst>
              <p:tags r:id="rId45"/>
            </p:custDataLst>
          </p:nvPr>
        </p:nvSpPr>
        <p:spPr>
          <a:xfrm>
            <a:off x="669290" y="66611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70" name="椭圆 69"/>
          <p:cNvSpPr/>
          <p:nvPr>
            <p:custDataLst>
              <p:tags r:id="rId46"/>
            </p:custDataLst>
          </p:nvPr>
        </p:nvSpPr>
        <p:spPr>
          <a:xfrm>
            <a:off x="1048385" y="65849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71" name="椭圆 70"/>
          <p:cNvSpPr/>
          <p:nvPr>
            <p:custDataLst>
              <p:tags r:id="rId47"/>
            </p:custDataLst>
          </p:nvPr>
        </p:nvSpPr>
        <p:spPr>
          <a:xfrm>
            <a:off x="1427480" y="67373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64" name="椭圆 63"/>
          <p:cNvSpPr/>
          <p:nvPr>
            <p:custDataLst>
              <p:tags r:id="rId48"/>
            </p:custDataLst>
          </p:nvPr>
        </p:nvSpPr>
        <p:spPr>
          <a:xfrm>
            <a:off x="290195" y="103759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65" name="椭圆 64"/>
          <p:cNvSpPr/>
          <p:nvPr>
            <p:custDataLst>
              <p:tags r:id="rId49"/>
            </p:custDataLst>
          </p:nvPr>
        </p:nvSpPr>
        <p:spPr>
          <a:xfrm>
            <a:off x="669290" y="104521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66" name="椭圆 65"/>
          <p:cNvSpPr/>
          <p:nvPr>
            <p:custDataLst>
              <p:tags r:id="rId50"/>
            </p:custDataLst>
          </p:nvPr>
        </p:nvSpPr>
        <p:spPr>
          <a:xfrm>
            <a:off x="1048385" y="103759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67" name="椭圆 66"/>
          <p:cNvSpPr/>
          <p:nvPr>
            <p:custDataLst>
              <p:tags r:id="rId51"/>
            </p:custDataLst>
          </p:nvPr>
        </p:nvSpPr>
        <p:spPr>
          <a:xfrm>
            <a:off x="1427480" y="105283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 name="标题 1"/>
          <p:cNvSpPr>
            <a:spLocks noGrp="1"/>
          </p:cNvSpPr>
          <p:nvPr>
            <p:ph type="ctrTitle" hasCustomPrompt="1"/>
            <p:custDataLst>
              <p:tags r:id="rId52"/>
            </p:custDataLst>
          </p:nvPr>
        </p:nvSpPr>
        <p:spPr>
          <a:xfrm>
            <a:off x="838200" y="1760220"/>
            <a:ext cx="7147560" cy="2284095"/>
          </a:xfrm>
        </p:spPr>
        <p:txBody>
          <a:bodyPr wrap="square" anchor="b">
            <a:normAutofit/>
          </a:bodyPr>
          <a:lstStyle>
            <a:lvl1pPr algn="l">
              <a:lnSpc>
                <a:spcPct val="100000"/>
              </a:lnSpc>
              <a:defRPr sz="5800">
                <a:solidFill>
                  <a:schemeClr val="accent1"/>
                </a:solidFill>
                <a:latin typeface="+mj-lt"/>
                <a:sym typeface="+mj-ea"/>
              </a:defRPr>
            </a:lvl1pPr>
          </a:lstStyle>
          <a:p>
            <a:r>
              <a:rPr lang="en-US" dirty="0">
                <a:latin typeface="+mj-lt"/>
              </a:rPr>
              <a:t>Click to add title</a:t>
            </a:r>
            <a:endParaRPr lang="en-US" dirty="0"/>
          </a:p>
        </p:txBody>
      </p:sp>
      <p:sp>
        <p:nvSpPr>
          <p:cNvPr id="4" name="日期占位符 3"/>
          <p:cNvSpPr>
            <a:spLocks noGrp="1"/>
          </p:cNvSpPr>
          <p:nvPr>
            <p:ph type="dt" sz="half" idx="10"/>
            <p:custDataLst>
              <p:tags r:id="rId53"/>
            </p:custDataLst>
          </p:nvPr>
        </p:nvSpPr>
        <p:spPr/>
        <p:txBody>
          <a:bodyPr wrap="square">
            <a:normAutofit/>
          </a:bodyPr>
          <a:lstStyle>
            <a:lvl1pPr>
              <a:defRPr>
                <a:latin typeface="+mn-lt"/>
                <a:ea typeface="+mn-lt"/>
                <a:cs typeface="+mn-lt"/>
                <a:sym typeface="+mn-lt"/>
              </a:defRPr>
            </a:lvl1pPr>
          </a:lstStyle>
          <a:p>
            <a:r>
              <a:rPr lang="en-US"/>
              <a:t>Date Area</a:t>
            </a:r>
          </a:p>
        </p:txBody>
      </p:sp>
      <p:sp>
        <p:nvSpPr>
          <p:cNvPr id="5" name="页脚占位符 4"/>
          <p:cNvSpPr>
            <a:spLocks noGrp="1"/>
          </p:cNvSpPr>
          <p:nvPr>
            <p:ph type="ftr" sz="quarter" idx="11"/>
            <p:custDataLst>
              <p:tags r:id="rId54"/>
            </p:custDataLst>
          </p:nvPr>
        </p:nvSpPr>
        <p:spPr/>
        <p:txBody>
          <a:bodyPr>
            <a:normAutofit/>
          </a:bodyPr>
          <a:lstStyle/>
          <a:p>
            <a:endParaRPr lang="en-US" dirty="0"/>
          </a:p>
        </p:txBody>
      </p:sp>
      <p:sp>
        <p:nvSpPr>
          <p:cNvPr id="6" name="灯片编号占位符 5"/>
          <p:cNvSpPr>
            <a:spLocks noGrp="1"/>
          </p:cNvSpPr>
          <p:nvPr>
            <p:ph type="sldNum" sz="quarter" idx="12"/>
            <p:custDataLst>
              <p:tags r:id="rId55"/>
            </p:custDataLst>
          </p:nvPr>
        </p:nvSpPr>
        <p:spPr>
          <a:xfrm>
            <a:off x="8610600" y="6356350"/>
            <a:ext cx="2743200" cy="365125"/>
          </a:xfrm>
        </p:spPr>
        <p:txBody>
          <a:bodyPr wrap="square">
            <a:normAutofit/>
          </a:bodyPr>
          <a:lstStyle>
            <a:lvl1pPr>
              <a:defRPr>
                <a:latin typeface="+mn-lt"/>
                <a:ea typeface="+mn-lt"/>
                <a:cs typeface="+mn-lt"/>
                <a:sym typeface="+mn-lt"/>
              </a:defRPr>
            </a:lvl1pPr>
          </a:lstStyle>
          <a:p>
            <a:fld id="{BE5F26B5-172A-4DC2-B0B7-181CFC56B87C}" type="slidenum">
              <a:rPr lang="en-US" smtClean="0"/>
              <a:t>‹#›</a:t>
            </a:fld>
            <a:endParaRPr lang="en-US"/>
          </a:p>
        </p:txBody>
      </p:sp>
      <p:sp>
        <p:nvSpPr>
          <p:cNvPr id="24" name="署名占位符 10"/>
          <p:cNvSpPr>
            <a:spLocks noGrp="1"/>
          </p:cNvSpPr>
          <p:nvPr>
            <p:ph type="body" sz="quarter" idx="17" hasCustomPrompt="1"/>
            <p:custDataLst>
              <p:tags r:id="rId56"/>
            </p:custDataLst>
          </p:nvPr>
        </p:nvSpPr>
        <p:spPr>
          <a:xfrm>
            <a:off x="842190" y="5721800"/>
            <a:ext cx="2880000" cy="504000"/>
          </a:xfrm>
        </p:spPr>
        <p:txBody>
          <a:bodyPr wrap="square" anchor="ctr">
            <a:normAutofit/>
          </a:bodyPr>
          <a:lstStyle>
            <a:lvl1pPr marL="0" indent="0" algn="l">
              <a:lnSpc>
                <a:spcPct val="100000"/>
              </a:lnSpc>
              <a:buNone/>
              <a:defRPr sz="2000" b="0">
                <a:solidFill>
                  <a:schemeClr val="tx1">
                    <a:lumMod val="75000"/>
                    <a:lumOff val="25000"/>
                  </a:schemeClr>
                </a:solidFill>
                <a:latin typeface="+mn-lt"/>
                <a:sym typeface="+mn-ea"/>
              </a:defRPr>
            </a:lvl1pPr>
          </a:lstStyle>
          <a:p>
            <a:pPr lvl="0"/>
            <a:r>
              <a:rPr lang="en-US" dirty="0">
                <a:latin typeface="+mn-lt"/>
              </a:rPr>
              <a:t>Click to add text</a:t>
            </a:r>
            <a:endParaRPr lang="en-US" dirty="0"/>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p:txBody>
          <a:bodyPr wrap="square">
            <a:normAutofit/>
          </a:bodyPr>
          <a:lstStyle>
            <a:lvl1pPr>
              <a:defRPr>
                <a:latin typeface="+mj-lt"/>
                <a:sym typeface="+mj-ea"/>
              </a:defRPr>
            </a:lvl1pPr>
          </a:lstStyle>
          <a:p>
            <a:r>
              <a:rPr lang="en-US" dirty="0">
                <a:latin typeface="+mj-lt"/>
              </a:rPr>
              <a:t>Click to add title</a:t>
            </a:r>
            <a:endParaRPr lang="en-US" dirty="0"/>
          </a:p>
        </p:txBody>
      </p:sp>
      <p:sp>
        <p:nvSpPr>
          <p:cNvPr id="3" name="内容占位符 2"/>
          <p:cNvSpPr>
            <a:spLocks noGrp="1"/>
          </p:cNvSpPr>
          <p:nvPr>
            <p:ph idx="1" hasCustomPrompt="1"/>
            <p:custDataLst>
              <p:tags r:id="rId2"/>
            </p:custDataLst>
          </p:nvPr>
        </p:nvSpPr>
        <p:spPr/>
        <p:txBody>
          <a:bodyPr wrap="square">
            <a:normAutofit/>
          </a:bodyPr>
          <a:lstStyle>
            <a:lvl1pPr>
              <a:defRPr>
                <a:latin typeface="+mn-lt"/>
                <a:sym typeface="+mn-ea"/>
              </a:defRPr>
            </a:lvl1pPr>
            <a:lvl2pPr>
              <a:defRPr>
                <a:latin typeface="+mn-lt"/>
                <a:sym typeface="+mn-ea"/>
              </a:defRPr>
            </a:lvl2pPr>
            <a:lvl3pPr>
              <a:defRPr>
                <a:latin typeface="+mn-lt"/>
                <a:sym typeface="+mn-ea"/>
              </a:defRPr>
            </a:lvl3pPr>
            <a:lvl4pPr>
              <a:defRPr>
                <a:latin typeface="+mn-lt"/>
                <a:sym typeface="+mn-ea"/>
              </a:defRPr>
            </a:lvl4pPr>
            <a:lvl5pPr>
              <a:defRPr>
                <a:latin typeface="+mn-lt"/>
                <a:sym typeface="+mn-ea"/>
              </a:defRPr>
            </a:lvl5pPr>
          </a:lstStyle>
          <a:p>
            <a:pPr lvl="0"/>
            <a:r>
              <a:rPr lang="en-US" dirty="0">
                <a:latin typeface="+mn-lt"/>
              </a:rPr>
              <a:t>Click to add text</a:t>
            </a:r>
            <a:endParaRPr lang="en-US" dirty="0"/>
          </a:p>
        </p:txBody>
      </p:sp>
      <p:sp>
        <p:nvSpPr>
          <p:cNvPr id="4" name="日期占位符 3"/>
          <p:cNvSpPr>
            <a:spLocks noGrp="1"/>
          </p:cNvSpPr>
          <p:nvPr>
            <p:ph type="dt" sz="half" idx="10"/>
            <p:custDataLst>
              <p:tags r:id="rId3"/>
            </p:custDataLst>
          </p:nvPr>
        </p:nvSpPr>
        <p:spPr/>
        <p:txBody>
          <a:bodyPr wrap="square">
            <a:normAutofit/>
          </a:bodyPr>
          <a:lstStyle>
            <a:lvl1pPr>
              <a:defRPr>
                <a:latin typeface="+mn-lt"/>
                <a:ea typeface="+mn-lt"/>
                <a:cs typeface="+mn-lt"/>
                <a:sym typeface="+mn-lt"/>
              </a:defRPr>
            </a:lvl1pPr>
          </a:lstStyle>
          <a:p>
            <a:r>
              <a:rPr lang="en-US"/>
              <a:t>Date Area</a:t>
            </a:r>
          </a:p>
        </p:txBody>
      </p:sp>
      <p:sp>
        <p:nvSpPr>
          <p:cNvPr id="5" name="页脚占位符 4"/>
          <p:cNvSpPr>
            <a:spLocks noGrp="1"/>
          </p:cNvSpPr>
          <p:nvPr>
            <p:ph type="ftr" sz="quarter" idx="11"/>
            <p:custDataLst>
              <p:tags r:id="rId4"/>
            </p:custDataLst>
          </p:nvPr>
        </p:nvSpPr>
        <p:spPr/>
        <p:txBody>
          <a:bodyPr/>
          <a:lstStyle/>
          <a:p>
            <a:endParaRPr lang="en-US"/>
          </a:p>
        </p:txBody>
      </p:sp>
      <p:sp>
        <p:nvSpPr>
          <p:cNvPr id="6" name="灯片编号占位符 5"/>
          <p:cNvSpPr>
            <a:spLocks noGrp="1"/>
          </p:cNvSpPr>
          <p:nvPr>
            <p:ph type="sldNum" sz="quarter" idx="12"/>
            <p:custDataLst>
              <p:tags r:id="rId5"/>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t>‹#›</a:t>
            </a:fld>
            <a:endParaRPr 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atalog Slide">
    <p:spTree>
      <p:nvGrpSpPr>
        <p:cNvPr id="1" name=""/>
        <p:cNvGrpSpPr/>
        <p:nvPr/>
      </p:nvGrpSpPr>
      <p:grpSpPr>
        <a:xfrm>
          <a:off x="0" y="0"/>
          <a:ext cx="0" cy="0"/>
          <a:chOff x="0" y="0"/>
          <a:chExt cx="0" cy="0"/>
        </a:xfrm>
      </p:grpSpPr>
      <p:sp>
        <p:nvSpPr>
          <p:cNvPr id="45" name="任意多边形: 形状 44" descr="preencoded.png"/>
          <p:cNvSpPr/>
          <p:nvPr>
            <p:custDataLst>
              <p:tags r:id="rId1"/>
            </p:custDataLst>
          </p:nvPr>
        </p:nvSpPr>
        <p:spPr>
          <a:xfrm>
            <a:off x="10195560" y="5979504"/>
            <a:ext cx="1892808" cy="878496"/>
          </a:xfrm>
          <a:custGeom>
            <a:avLst/>
            <a:gdLst>
              <a:gd name="connsiteX0" fmla="*/ 946404 w 1892808"/>
              <a:gd name="connsiteY0" fmla="*/ 0 h 878496"/>
              <a:gd name="connsiteX1" fmla="*/ 1308578 w 1892808"/>
              <a:gd name="connsiteY1" fmla="*/ 66872 h 878496"/>
              <a:gd name="connsiteX2" fmla="*/ 1615607 w 1892808"/>
              <a:gd name="connsiteY2" fmla="*/ 257306 h 878496"/>
              <a:gd name="connsiteX3" fmla="*/ 1820767 w 1892808"/>
              <a:gd name="connsiteY3" fmla="*/ 542310 h 878496"/>
              <a:gd name="connsiteX4" fmla="*/ 1892808 w 1892808"/>
              <a:gd name="connsiteY4" fmla="*/ 878496 h 878496"/>
              <a:gd name="connsiteX5" fmla="*/ 946404 w 1892808"/>
              <a:gd name="connsiteY5" fmla="*/ 878496 h 878496"/>
              <a:gd name="connsiteX6" fmla="*/ 0 w 1892808"/>
              <a:gd name="connsiteY6" fmla="*/ 878496 h 878496"/>
              <a:gd name="connsiteX7" fmla="*/ 72041 w 1892808"/>
              <a:gd name="connsiteY7" fmla="*/ 542310 h 878496"/>
              <a:gd name="connsiteX8" fmla="*/ 277195 w 1892808"/>
              <a:gd name="connsiteY8" fmla="*/ 257306 h 878496"/>
              <a:gd name="connsiteX9" fmla="*/ 584231 w 1892808"/>
              <a:gd name="connsiteY9" fmla="*/ 66872 h 878496"/>
              <a:gd name="connsiteX10" fmla="*/ 946404 w 1892808"/>
              <a:gd name="connsiteY10" fmla="*/ 0 h 87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92808" h="878496">
                <a:moveTo>
                  <a:pt x="946404" y="0"/>
                </a:moveTo>
                <a:cubicBezTo>
                  <a:pt x="1070688" y="0"/>
                  <a:pt x="1193755" y="22723"/>
                  <a:pt x="1308578" y="66872"/>
                </a:cubicBezTo>
                <a:cubicBezTo>
                  <a:pt x="1423404" y="111020"/>
                  <a:pt x="1527725" y="175730"/>
                  <a:pt x="1615607" y="257306"/>
                </a:cubicBezTo>
                <a:cubicBezTo>
                  <a:pt x="1703489" y="338881"/>
                  <a:pt x="1773206" y="435727"/>
                  <a:pt x="1820767" y="542310"/>
                </a:cubicBezTo>
                <a:cubicBezTo>
                  <a:pt x="1868329" y="648894"/>
                  <a:pt x="1892808" y="763130"/>
                  <a:pt x="1892808" y="878496"/>
                </a:cubicBezTo>
                <a:lnTo>
                  <a:pt x="946404" y="878496"/>
                </a:lnTo>
                <a:lnTo>
                  <a:pt x="0" y="878496"/>
                </a:lnTo>
                <a:cubicBezTo>
                  <a:pt x="0" y="763130"/>
                  <a:pt x="24479" y="648894"/>
                  <a:pt x="72041" y="542310"/>
                </a:cubicBezTo>
                <a:cubicBezTo>
                  <a:pt x="119602" y="435727"/>
                  <a:pt x="189314" y="338882"/>
                  <a:pt x="277195" y="257306"/>
                </a:cubicBezTo>
                <a:cubicBezTo>
                  <a:pt x="365077" y="175730"/>
                  <a:pt x="469408" y="111020"/>
                  <a:pt x="584231" y="66872"/>
                </a:cubicBezTo>
                <a:cubicBezTo>
                  <a:pt x="699053" y="22723"/>
                  <a:pt x="822120" y="0"/>
                  <a:pt x="946404" y="0"/>
                </a:cubicBezTo>
                <a:close/>
              </a:path>
            </a:pathLst>
          </a:custGeom>
          <a:solidFill>
            <a:schemeClr val="accent2">
              <a:alpha val="18000"/>
            </a:schemeClr>
          </a:solidFill>
          <a:ln w="12682" cap="flat">
            <a:noFill/>
            <a:prstDash val="solid"/>
            <a:miter/>
          </a:ln>
        </p:spPr>
        <p:txBody>
          <a:bodyPr rtlCol="0" anchor="ctr"/>
          <a:lstStyle/>
          <a:p>
            <a:endParaRPr lang="en-US">
              <a:cs typeface="Arial" panose="020B0604020202020204" pitchFamily="34" charset="0"/>
            </a:endParaRPr>
          </a:p>
        </p:txBody>
      </p:sp>
      <p:sp>
        <p:nvSpPr>
          <p:cNvPr id="7" name="日期占位符 3"/>
          <p:cNvSpPr>
            <a:spLocks noGrp="1"/>
          </p:cNvSpPr>
          <p:nvPr>
            <p:ph type="dt" sz="half" idx="10"/>
            <p:custDataLst>
              <p:tags r:id="rId2"/>
            </p:custDataLst>
          </p:nvPr>
        </p:nvSpPr>
        <p:spPr/>
        <p:txBody>
          <a:bodyPr wrap="square">
            <a:normAutofit/>
          </a:bodyPr>
          <a:lstStyle>
            <a:lvl1pPr>
              <a:defRPr>
                <a:latin typeface="+mn-lt"/>
                <a:ea typeface="+mn-lt"/>
                <a:cs typeface="+mn-lt"/>
                <a:sym typeface="+mn-lt"/>
              </a:defRPr>
            </a:lvl1pPr>
          </a:lstStyle>
          <a:p>
            <a:r>
              <a:rPr lang="en-US"/>
              <a:t>Date Area</a:t>
            </a:r>
          </a:p>
        </p:txBody>
      </p:sp>
      <p:sp>
        <p:nvSpPr>
          <p:cNvPr id="8" name="页脚占位符 4"/>
          <p:cNvSpPr>
            <a:spLocks noGrp="1"/>
          </p:cNvSpPr>
          <p:nvPr>
            <p:ph type="ftr" sz="quarter" idx="11"/>
            <p:custDataLst>
              <p:tags r:id="rId3"/>
            </p:custDataLst>
          </p:nvPr>
        </p:nvSpPr>
        <p:spPr/>
        <p:txBody>
          <a:bodyPr/>
          <a:lstStyle/>
          <a:p>
            <a:endParaRPr lang="en-US"/>
          </a:p>
        </p:txBody>
      </p:sp>
      <p:sp>
        <p:nvSpPr>
          <p:cNvPr id="9" name="灯片编号占位符 5"/>
          <p:cNvSpPr>
            <a:spLocks noGrp="1"/>
          </p:cNvSpPr>
          <p:nvPr>
            <p:ph type="sldNum" sz="quarter" idx="12"/>
            <p:custDataLst>
              <p:tags r:id="rId4"/>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t>‹#›</a:t>
            </a:fld>
            <a:endParaRPr lang="en-US"/>
          </a:p>
        </p:txBody>
      </p:sp>
      <p:sp>
        <p:nvSpPr>
          <p:cNvPr id="40" name="任意多边形: 形状 39" descr="preencoded.png"/>
          <p:cNvSpPr/>
          <p:nvPr>
            <p:custDataLst>
              <p:tags r:id="rId5"/>
            </p:custDataLst>
          </p:nvPr>
        </p:nvSpPr>
        <p:spPr>
          <a:xfrm>
            <a:off x="9072434" y="0"/>
            <a:ext cx="3119566" cy="4866702"/>
          </a:xfrm>
          <a:custGeom>
            <a:avLst/>
            <a:gdLst>
              <a:gd name="connsiteX0" fmla="*/ 0 w 3119566"/>
              <a:gd name="connsiteY0" fmla="*/ 0 h 4866702"/>
              <a:gd name="connsiteX1" fmla="*/ 3119566 w 3119566"/>
              <a:gd name="connsiteY1" fmla="*/ 0 h 4866702"/>
              <a:gd name="connsiteX2" fmla="*/ 3119566 w 3119566"/>
              <a:gd name="connsiteY2" fmla="*/ 4866702 h 4866702"/>
              <a:gd name="connsiteX3" fmla="*/ 2033983 w 3119566"/>
              <a:gd name="connsiteY3" fmla="*/ 4866702 h 4866702"/>
              <a:gd name="connsiteX4" fmla="*/ 0 w 3119566"/>
              <a:gd name="connsiteY4" fmla="*/ 2835342 h 4866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9566" h="4866702">
                <a:moveTo>
                  <a:pt x="0" y="0"/>
                </a:moveTo>
                <a:lnTo>
                  <a:pt x="3119566" y="0"/>
                </a:lnTo>
                <a:lnTo>
                  <a:pt x="3119566" y="4866702"/>
                </a:lnTo>
                <a:lnTo>
                  <a:pt x="2033983" y="4866702"/>
                </a:lnTo>
                <a:cubicBezTo>
                  <a:pt x="910644" y="4866702"/>
                  <a:pt x="0" y="3957237"/>
                  <a:pt x="0" y="2835342"/>
                </a:cubicBezTo>
                <a:close/>
              </a:path>
            </a:pathLst>
          </a:custGeom>
          <a:solidFill>
            <a:schemeClr val="accent2"/>
          </a:solidFill>
          <a:ln w="12700" cap="flat">
            <a:noFill/>
            <a:prstDash val="solid"/>
            <a:miter/>
          </a:ln>
        </p:spPr>
        <p:txBody>
          <a:bodyPr rtlCol="0" anchor="ctr"/>
          <a:lstStyle/>
          <a:p>
            <a:endParaRPr lang="en-US">
              <a:cs typeface="Arial" panose="020B0604020202020204" pitchFamily="34" charset="0"/>
            </a:endParaRPr>
          </a:p>
        </p:txBody>
      </p:sp>
      <p:sp>
        <p:nvSpPr>
          <p:cNvPr id="32" name="椭圆 31"/>
          <p:cNvSpPr/>
          <p:nvPr userDrawn="1">
            <p:custDataLst>
              <p:tags r:id="rId6"/>
            </p:custDataLst>
          </p:nvPr>
        </p:nvSpPr>
        <p:spPr>
          <a:xfrm rot="5400000">
            <a:off x="11796395" y="226695"/>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3" name="椭圆 32"/>
          <p:cNvSpPr/>
          <p:nvPr userDrawn="1">
            <p:custDataLst>
              <p:tags r:id="rId7"/>
            </p:custDataLst>
          </p:nvPr>
        </p:nvSpPr>
        <p:spPr>
          <a:xfrm rot="5400000">
            <a:off x="11804015" y="605790"/>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4" name="椭圆 33"/>
          <p:cNvSpPr/>
          <p:nvPr userDrawn="1">
            <p:custDataLst>
              <p:tags r:id="rId8"/>
            </p:custDataLst>
          </p:nvPr>
        </p:nvSpPr>
        <p:spPr>
          <a:xfrm rot="5400000">
            <a:off x="11811635" y="984885"/>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5" name="椭圆 34"/>
          <p:cNvSpPr/>
          <p:nvPr userDrawn="1">
            <p:custDataLst>
              <p:tags r:id="rId9"/>
            </p:custDataLst>
          </p:nvPr>
        </p:nvSpPr>
        <p:spPr>
          <a:xfrm rot="5400000">
            <a:off x="11804015" y="1363980"/>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6" name="椭圆 35"/>
          <p:cNvSpPr/>
          <p:nvPr userDrawn="1">
            <p:custDataLst>
              <p:tags r:id="rId10"/>
            </p:custDataLst>
          </p:nvPr>
        </p:nvSpPr>
        <p:spPr>
          <a:xfrm rot="5400000">
            <a:off x="11811635" y="1743075"/>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7" name="椭圆 36"/>
          <p:cNvSpPr/>
          <p:nvPr userDrawn="1">
            <p:custDataLst>
              <p:tags r:id="rId11"/>
            </p:custDataLst>
          </p:nvPr>
        </p:nvSpPr>
        <p:spPr>
          <a:xfrm rot="5400000">
            <a:off x="11796395" y="2122170"/>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6" name="椭圆 25"/>
          <p:cNvSpPr/>
          <p:nvPr userDrawn="1">
            <p:custDataLst>
              <p:tags r:id="rId12"/>
            </p:custDataLst>
          </p:nvPr>
        </p:nvSpPr>
        <p:spPr>
          <a:xfrm rot="5400000">
            <a:off x="11417300" y="226695"/>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7" name="椭圆 26"/>
          <p:cNvSpPr/>
          <p:nvPr userDrawn="1">
            <p:custDataLst>
              <p:tags r:id="rId13"/>
            </p:custDataLst>
          </p:nvPr>
        </p:nvSpPr>
        <p:spPr>
          <a:xfrm rot="5400000">
            <a:off x="11424920" y="605790"/>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8" name="椭圆 27"/>
          <p:cNvSpPr/>
          <p:nvPr userDrawn="1">
            <p:custDataLst>
              <p:tags r:id="rId14"/>
            </p:custDataLst>
          </p:nvPr>
        </p:nvSpPr>
        <p:spPr>
          <a:xfrm rot="5400000">
            <a:off x="11432540" y="984885"/>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9" name="椭圆 28"/>
          <p:cNvSpPr/>
          <p:nvPr userDrawn="1">
            <p:custDataLst>
              <p:tags r:id="rId15"/>
            </p:custDataLst>
          </p:nvPr>
        </p:nvSpPr>
        <p:spPr>
          <a:xfrm rot="5400000">
            <a:off x="11424920" y="1363980"/>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0" name="椭圆 29"/>
          <p:cNvSpPr/>
          <p:nvPr userDrawn="1">
            <p:custDataLst>
              <p:tags r:id="rId16"/>
            </p:custDataLst>
          </p:nvPr>
        </p:nvSpPr>
        <p:spPr>
          <a:xfrm rot="5400000">
            <a:off x="11432540" y="1743075"/>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1" name="椭圆 30"/>
          <p:cNvSpPr/>
          <p:nvPr userDrawn="1">
            <p:custDataLst>
              <p:tags r:id="rId17"/>
            </p:custDataLst>
          </p:nvPr>
        </p:nvSpPr>
        <p:spPr>
          <a:xfrm rot="5400000">
            <a:off x="11417300" y="2122170"/>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0" name="椭圆 19"/>
          <p:cNvSpPr/>
          <p:nvPr userDrawn="1">
            <p:custDataLst>
              <p:tags r:id="rId18"/>
            </p:custDataLst>
          </p:nvPr>
        </p:nvSpPr>
        <p:spPr>
          <a:xfrm rot="5400000">
            <a:off x="11038205" y="226695"/>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1" name="椭圆 20"/>
          <p:cNvSpPr/>
          <p:nvPr userDrawn="1">
            <p:custDataLst>
              <p:tags r:id="rId19"/>
            </p:custDataLst>
          </p:nvPr>
        </p:nvSpPr>
        <p:spPr>
          <a:xfrm rot="5400000">
            <a:off x="11045825" y="605790"/>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2" name="椭圆 21"/>
          <p:cNvSpPr/>
          <p:nvPr userDrawn="1">
            <p:custDataLst>
              <p:tags r:id="rId20"/>
            </p:custDataLst>
          </p:nvPr>
        </p:nvSpPr>
        <p:spPr>
          <a:xfrm rot="5400000">
            <a:off x="11053445" y="984885"/>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3" name="椭圆 22"/>
          <p:cNvSpPr/>
          <p:nvPr userDrawn="1">
            <p:custDataLst>
              <p:tags r:id="rId21"/>
            </p:custDataLst>
          </p:nvPr>
        </p:nvSpPr>
        <p:spPr>
          <a:xfrm rot="5400000">
            <a:off x="11045825" y="1363980"/>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4" name="椭圆 23"/>
          <p:cNvSpPr/>
          <p:nvPr userDrawn="1">
            <p:custDataLst>
              <p:tags r:id="rId22"/>
            </p:custDataLst>
          </p:nvPr>
        </p:nvSpPr>
        <p:spPr>
          <a:xfrm rot="5400000">
            <a:off x="11053445" y="1743075"/>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5" name="椭圆 24"/>
          <p:cNvSpPr/>
          <p:nvPr userDrawn="1">
            <p:custDataLst>
              <p:tags r:id="rId23"/>
            </p:custDataLst>
          </p:nvPr>
        </p:nvSpPr>
        <p:spPr>
          <a:xfrm rot="5400000">
            <a:off x="11038205" y="2122170"/>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4" name="椭圆 13"/>
          <p:cNvSpPr/>
          <p:nvPr userDrawn="1">
            <p:custDataLst>
              <p:tags r:id="rId24"/>
            </p:custDataLst>
          </p:nvPr>
        </p:nvSpPr>
        <p:spPr>
          <a:xfrm rot="5400000">
            <a:off x="10659110" y="226695"/>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5" name="椭圆 14"/>
          <p:cNvSpPr/>
          <p:nvPr userDrawn="1">
            <p:custDataLst>
              <p:tags r:id="rId25"/>
            </p:custDataLst>
          </p:nvPr>
        </p:nvSpPr>
        <p:spPr>
          <a:xfrm rot="5400000">
            <a:off x="10666730" y="605790"/>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6" name="椭圆 15"/>
          <p:cNvSpPr/>
          <p:nvPr userDrawn="1">
            <p:custDataLst>
              <p:tags r:id="rId26"/>
            </p:custDataLst>
          </p:nvPr>
        </p:nvSpPr>
        <p:spPr>
          <a:xfrm rot="5400000">
            <a:off x="10674350" y="984885"/>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7" name="椭圆 16"/>
          <p:cNvSpPr/>
          <p:nvPr userDrawn="1">
            <p:custDataLst>
              <p:tags r:id="rId27"/>
            </p:custDataLst>
          </p:nvPr>
        </p:nvSpPr>
        <p:spPr>
          <a:xfrm rot="5400000">
            <a:off x="10666730" y="1363980"/>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8" name="椭圆 17"/>
          <p:cNvSpPr/>
          <p:nvPr userDrawn="1">
            <p:custDataLst>
              <p:tags r:id="rId28"/>
            </p:custDataLst>
          </p:nvPr>
        </p:nvSpPr>
        <p:spPr>
          <a:xfrm rot="5400000">
            <a:off x="10674350" y="1743075"/>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9" name="椭圆 18"/>
          <p:cNvSpPr/>
          <p:nvPr userDrawn="1">
            <p:custDataLst>
              <p:tags r:id="rId29"/>
            </p:custDataLst>
          </p:nvPr>
        </p:nvSpPr>
        <p:spPr>
          <a:xfrm rot="5400000">
            <a:off x="10659110" y="2122170"/>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1" name="任意多边形: 形状 50"/>
          <p:cNvSpPr/>
          <p:nvPr userDrawn="1">
            <p:custDataLst>
              <p:tags r:id="rId30"/>
            </p:custDataLst>
          </p:nvPr>
        </p:nvSpPr>
        <p:spPr>
          <a:xfrm>
            <a:off x="7772400" y="2632800"/>
            <a:ext cx="3374136" cy="4225200"/>
          </a:xfrm>
          <a:custGeom>
            <a:avLst/>
            <a:gdLst>
              <a:gd name="connsiteX0" fmla="*/ 0 w 3374136"/>
              <a:gd name="connsiteY0" fmla="*/ 0 h 4225200"/>
              <a:gd name="connsiteX1" fmla="*/ 1344581 w 3374136"/>
              <a:gd name="connsiteY1" fmla="*/ 0 h 4225200"/>
              <a:gd name="connsiteX2" fmla="*/ 3374136 w 3374136"/>
              <a:gd name="connsiteY2" fmla="*/ 2033228 h 4225200"/>
              <a:gd name="connsiteX3" fmla="*/ 3374136 w 3374136"/>
              <a:gd name="connsiteY3" fmla="*/ 4225200 h 4225200"/>
              <a:gd name="connsiteX4" fmla="*/ 0 w 3374136"/>
              <a:gd name="connsiteY4" fmla="*/ 4225200 h 4225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4136" h="4225200">
                <a:moveTo>
                  <a:pt x="0" y="0"/>
                </a:moveTo>
                <a:lnTo>
                  <a:pt x="1344581" y="0"/>
                </a:lnTo>
                <a:cubicBezTo>
                  <a:pt x="2465479" y="0"/>
                  <a:pt x="3374136" y="910307"/>
                  <a:pt x="3374136" y="2033228"/>
                </a:cubicBezTo>
                <a:lnTo>
                  <a:pt x="3374136" y="4225200"/>
                </a:lnTo>
                <a:lnTo>
                  <a:pt x="0" y="4225200"/>
                </a:lnTo>
                <a:close/>
              </a:path>
            </a:pathLst>
          </a:custGeom>
          <a:gradFill>
            <a:gsLst>
              <a:gs pos="0">
                <a:schemeClr val="accent1">
                  <a:lumMod val="60000"/>
                  <a:lumOff val="40000"/>
                </a:schemeClr>
              </a:gs>
              <a:gs pos="100000">
                <a:schemeClr val="bg1">
                  <a:alpha val="0"/>
                </a:schemeClr>
              </a:gs>
            </a:gsLst>
            <a:lin ang="8640000" scaled="0"/>
          </a:gradFill>
          <a:ln w="12637" cap="flat">
            <a:gradFill>
              <a:gsLst>
                <a:gs pos="0">
                  <a:schemeClr val="bg1">
                    <a:alpha val="83000"/>
                  </a:schemeClr>
                </a:gs>
                <a:gs pos="58000">
                  <a:schemeClr val="bg1">
                    <a:alpha val="22000"/>
                  </a:schemeClr>
                </a:gs>
                <a:gs pos="100000">
                  <a:schemeClr val="bg1">
                    <a:alpha val="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a:cs typeface="Arial" panose="020B0604020202020204" pitchFamily="34" charset="0"/>
            </a:endParaRPr>
          </a:p>
        </p:txBody>
      </p:sp>
      <p:sp>
        <p:nvSpPr>
          <p:cNvPr id="43" name="Intersect-2186&amp;721" descr="preencoded.png"/>
          <p:cNvSpPr/>
          <p:nvPr>
            <p:custDataLst>
              <p:tags r:id="rId31"/>
            </p:custDataLst>
          </p:nvPr>
        </p:nvSpPr>
        <p:spPr>
          <a:xfrm>
            <a:off x="8925759" y="2550549"/>
            <a:ext cx="2342371" cy="2450196"/>
          </a:xfrm>
          <a:custGeom>
            <a:avLst/>
            <a:gdLst>
              <a:gd name="connsiteX0" fmla="*/ 2342371 w 2342371"/>
              <a:gd name="connsiteY0" fmla="*/ 2450197 h 2450196"/>
              <a:gd name="connsiteX1" fmla="*/ 0 w 2342371"/>
              <a:gd name="connsiteY1" fmla="*/ 0 h 2450196"/>
              <a:gd name="connsiteX2" fmla="*/ 2342371 w 2342371"/>
              <a:gd name="connsiteY2" fmla="*/ 2450197 h 2450196"/>
            </a:gdLst>
            <a:ahLst/>
            <a:cxnLst>
              <a:cxn ang="0">
                <a:pos x="connsiteX0" y="connsiteY0"/>
              </a:cxn>
              <a:cxn ang="0">
                <a:pos x="connsiteX1" y="connsiteY1"/>
              </a:cxn>
              <a:cxn ang="0">
                <a:pos x="connsiteX2" y="connsiteY2"/>
              </a:cxn>
            </a:cxnLst>
            <a:rect l="l" t="t" r="r" b="b"/>
            <a:pathLst>
              <a:path w="2342371" h="2450196">
                <a:moveTo>
                  <a:pt x="2342371" y="2450197"/>
                </a:moveTo>
                <a:cubicBezTo>
                  <a:pt x="1051600" y="2367809"/>
                  <a:pt x="26634" y="1306616"/>
                  <a:pt x="0" y="0"/>
                </a:cubicBezTo>
                <a:cubicBezTo>
                  <a:pt x="1290770" y="82394"/>
                  <a:pt x="2315727" y="1143573"/>
                  <a:pt x="2342371" y="2450197"/>
                </a:cubicBezTo>
                <a:close/>
              </a:path>
            </a:pathLst>
          </a:custGeom>
          <a:solidFill>
            <a:schemeClr val="accent1">
              <a:alpha val="20000"/>
            </a:schemeClr>
          </a:solidFill>
          <a:ln w="15641" cap="flat">
            <a:noFill/>
            <a:prstDash val="solid"/>
            <a:miter/>
          </a:ln>
          <a:effectLst>
            <a:softEdge rad="177800"/>
          </a:effectLst>
        </p:spPr>
        <p:txBody>
          <a:bodyPr rtlCol="0" anchor="ctr"/>
          <a:lstStyle/>
          <a:p>
            <a:endParaRPr lang="en-US">
              <a:cs typeface="Arial" panose="020B0604020202020204" pitchFamily="34" charset="0"/>
            </a:endParaRPr>
          </a:p>
        </p:txBody>
      </p:sp>
      <p:sp>
        <p:nvSpPr>
          <p:cNvPr id="2" name="标题 1"/>
          <p:cNvSpPr>
            <a:spLocks noGrp="1"/>
          </p:cNvSpPr>
          <p:nvPr>
            <p:ph type="title" hasCustomPrompt="1"/>
            <p:custDataLst>
              <p:tags r:id="rId32"/>
            </p:custDataLst>
          </p:nvPr>
        </p:nvSpPr>
        <p:spPr>
          <a:xfrm>
            <a:off x="10096945" y="547285"/>
            <a:ext cx="1164336" cy="3763458"/>
          </a:xfrm>
        </p:spPr>
        <p:txBody>
          <a:bodyPr vert="eaVert" wrap="square" anchor="ctr">
            <a:normAutofit/>
          </a:bodyPr>
          <a:lstStyle>
            <a:lvl1pPr algn="ctr">
              <a:defRPr sz="6000">
                <a:solidFill>
                  <a:schemeClr val="lt1">
                    <a:lumMod val="100000"/>
                  </a:schemeClr>
                </a:solidFill>
                <a:latin typeface="+mj-lt"/>
                <a:sym typeface="+mj-ea"/>
              </a:defRPr>
            </a:lvl1pPr>
          </a:lstStyle>
          <a:p>
            <a:r>
              <a:rPr lang="en-US" dirty="0">
                <a:latin typeface="+mj-lt"/>
              </a:rPr>
              <a:t>Click to add title</a:t>
            </a:r>
            <a:endParaRPr 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58" name="Ellipse 37-2186&amp;687" descr="preencoded.png"/>
          <p:cNvSpPr/>
          <p:nvPr userDrawn="1">
            <p:custDataLst>
              <p:tags r:id="rId1"/>
            </p:custDataLst>
          </p:nvPr>
        </p:nvSpPr>
        <p:spPr>
          <a:xfrm>
            <a:off x="1463040" y="6091732"/>
            <a:ext cx="1649831" cy="766268"/>
          </a:xfrm>
          <a:custGeom>
            <a:avLst/>
            <a:gdLst>
              <a:gd name="connsiteX0" fmla="*/ 0 w 1892808"/>
              <a:gd name="connsiteY0" fmla="*/ 879119 h 879119"/>
              <a:gd name="connsiteX1" fmla="*/ 72041 w 1892808"/>
              <a:gd name="connsiteY1" fmla="*/ 542695 h 879119"/>
              <a:gd name="connsiteX2" fmla="*/ 277195 w 1892808"/>
              <a:gd name="connsiteY2" fmla="*/ 257488 h 879119"/>
              <a:gd name="connsiteX3" fmla="*/ 584231 w 1892808"/>
              <a:gd name="connsiteY3" fmla="*/ 66919 h 879119"/>
              <a:gd name="connsiteX4" fmla="*/ 946404 w 1892808"/>
              <a:gd name="connsiteY4" fmla="*/ 0 h 879119"/>
              <a:gd name="connsiteX5" fmla="*/ 1308578 w 1892808"/>
              <a:gd name="connsiteY5" fmla="*/ 66919 h 879119"/>
              <a:gd name="connsiteX6" fmla="*/ 1615607 w 1892808"/>
              <a:gd name="connsiteY6" fmla="*/ 257488 h 879119"/>
              <a:gd name="connsiteX7" fmla="*/ 1820767 w 1892808"/>
              <a:gd name="connsiteY7" fmla="*/ 542695 h 879119"/>
              <a:gd name="connsiteX8" fmla="*/ 1892808 w 1892808"/>
              <a:gd name="connsiteY8" fmla="*/ 879119 h 879119"/>
              <a:gd name="connsiteX9" fmla="*/ 946404 w 1892808"/>
              <a:gd name="connsiteY9" fmla="*/ 879119 h 879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2808" h="879119">
                <a:moveTo>
                  <a:pt x="0" y="879119"/>
                </a:moveTo>
                <a:cubicBezTo>
                  <a:pt x="0" y="763671"/>
                  <a:pt x="24479" y="649354"/>
                  <a:pt x="72041" y="542695"/>
                </a:cubicBezTo>
                <a:cubicBezTo>
                  <a:pt x="119602" y="436036"/>
                  <a:pt x="189314" y="339121"/>
                  <a:pt x="277195" y="257488"/>
                </a:cubicBezTo>
                <a:cubicBezTo>
                  <a:pt x="365077" y="175854"/>
                  <a:pt x="469408" y="111099"/>
                  <a:pt x="584231" y="66919"/>
                </a:cubicBezTo>
                <a:cubicBezTo>
                  <a:pt x="699053" y="22739"/>
                  <a:pt x="822120" y="0"/>
                  <a:pt x="946404" y="0"/>
                </a:cubicBezTo>
                <a:cubicBezTo>
                  <a:pt x="1070688" y="0"/>
                  <a:pt x="1193755" y="22739"/>
                  <a:pt x="1308578" y="66919"/>
                </a:cubicBezTo>
                <a:cubicBezTo>
                  <a:pt x="1423404" y="111099"/>
                  <a:pt x="1527725" y="175854"/>
                  <a:pt x="1615607" y="257488"/>
                </a:cubicBezTo>
                <a:cubicBezTo>
                  <a:pt x="1703489" y="339123"/>
                  <a:pt x="1773206" y="436036"/>
                  <a:pt x="1820767" y="542695"/>
                </a:cubicBezTo>
                <a:cubicBezTo>
                  <a:pt x="1868329" y="649354"/>
                  <a:pt x="1892808" y="763671"/>
                  <a:pt x="1892808" y="879119"/>
                </a:cubicBezTo>
                <a:lnTo>
                  <a:pt x="946404" y="879119"/>
                </a:lnTo>
                <a:close/>
              </a:path>
            </a:pathLst>
          </a:custGeom>
          <a:solidFill>
            <a:schemeClr val="accent2">
              <a:alpha val="18000"/>
            </a:schemeClr>
          </a:solidFill>
          <a:ln w="12682"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a:cs typeface="Arial" panose="020B0604020202020204" pitchFamily="34" charset="0"/>
            </a:endParaRPr>
          </a:p>
        </p:txBody>
      </p:sp>
      <p:sp>
        <p:nvSpPr>
          <p:cNvPr id="60" name="任意多边形: 形状 59" descr="preencoded.png"/>
          <p:cNvSpPr/>
          <p:nvPr userDrawn="1">
            <p:custDataLst>
              <p:tags r:id="rId2"/>
            </p:custDataLst>
          </p:nvPr>
        </p:nvSpPr>
        <p:spPr>
          <a:xfrm>
            <a:off x="10616093" y="0"/>
            <a:ext cx="1575907" cy="621793"/>
          </a:xfrm>
          <a:custGeom>
            <a:avLst/>
            <a:gdLst>
              <a:gd name="connsiteX0" fmla="*/ 0 w 1575907"/>
              <a:gd name="connsiteY0" fmla="*/ 0 h 621793"/>
              <a:gd name="connsiteX1" fmla="*/ 1575907 w 1575907"/>
              <a:gd name="connsiteY1" fmla="*/ 0 h 621793"/>
              <a:gd name="connsiteX2" fmla="*/ 1575907 w 1575907"/>
              <a:gd name="connsiteY2" fmla="*/ 354873 h 621793"/>
              <a:gd name="connsiteX3" fmla="*/ 1568328 w 1575907"/>
              <a:gd name="connsiteY3" fmla="*/ 363481 h 621793"/>
              <a:gd name="connsiteX4" fmla="*/ 1261382 w 1575907"/>
              <a:gd name="connsiteY4" fmla="*/ 554659 h 621793"/>
              <a:gd name="connsiteX5" fmla="*/ 899305 w 1575907"/>
              <a:gd name="connsiteY5" fmla="*/ 621793 h 621793"/>
              <a:gd name="connsiteX6" fmla="*/ 537229 w 1575907"/>
              <a:gd name="connsiteY6" fmla="*/ 554659 h 621793"/>
              <a:gd name="connsiteX7" fmla="*/ 230275 w 1575907"/>
              <a:gd name="connsiteY7" fmla="*/ 363481 h 621793"/>
              <a:gd name="connsiteX8" fmla="*/ 25176 w 1575907"/>
              <a:gd name="connsiteY8" fmla="*/ 77363 h 621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5907" h="621793">
                <a:moveTo>
                  <a:pt x="0" y="0"/>
                </a:moveTo>
                <a:lnTo>
                  <a:pt x="1575907" y="0"/>
                </a:lnTo>
                <a:lnTo>
                  <a:pt x="1575907" y="354873"/>
                </a:lnTo>
                <a:lnTo>
                  <a:pt x="1568328" y="363481"/>
                </a:lnTo>
                <a:cubicBezTo>
                  <a:pt x="1480470" y="445376"/>
                  <a:pt x="1376177" y="510338"/>
                  <a:pt x="1261382" y="554659"/>
                </a:cubicBezTo>
                <a:cubicBezTo>
                  <a:pt x="1146589" y="598980"/>
                  <a:pt x="1023556" y="621793"/>
                  <a:pt x="899305" y="621793"/>
                </a:cubicBezTo>
                <a:cubicBezTo>
                  <a:pt x="775055" y="621793"/>
                  <a:pt x="652021" y="598980"/>
                  <a:pt x="537229" y="554659"/>
                </a:cubicBezTo>
                <a:cubicBezTo>
                  <a:pt x="422437" y="510338"/>
                  <a:pt x="318134" y="445376"/>
                  <a:pt x="230275" y="363481"/>
                </a:cubicBezTo>
                <a:cubicBezTo>
                  <a:pt x="142418" y="281587"/>
                  <a:pt x="72725" y="184363"/>
                  <a:pt x="25176" y="77363"/>
                </a:cubicBezTo>
                <a:close/>
              </a:path>
            </a:pathLst>
          </a:custGeom>
          <a:solidFill>
            <a:schemeClr val="accent2">
              <a:alpha val="18000"/>
            </a:schemeClr>
          </a:solidFill>
          <a:ln w="12682" cap="flat">
            <a:noFill/>
            <a:prstDash val="solid"/>
            <a:miter/>
          </a:ln>
        </p:spPr>
        <p:txBody>
          <a:bodyPr rtlCol="0" anchor="ctr"/>
          <a:lstStyle/>
          <a:p>
            <a:endParaRPr lang="en-US">
              <a:cs typeface="Arial" panose="020B0604020202020204" pitchFamily="34" charset="0"/>
            </a:endParaRPr>
          </a:p>
        </p:txBody>
      </p:sp>
      <p:sp>
        <p:nvSpPr>
          <p:cNvPr id="52" name="椭圆 51"/>
          <p:cNvSpPr/>
          <p:nvPr userDrawn="1">
            <p:custDataLst>
              <p:tags r:id="rId3"/>
            </p:custDataLst>
          </p:nvPr>
        </p:nvSpPr>
        <p:spPr>
          <a:xfrm>
            <a:off x="10321925" y="495554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3" name="椭圆 52"/>
          <p:cNvSpPr/>
          <p:nvPr userDrawn="1">
            <p:custDataLst>
              <p:tags r:id="rId4"/>
            </p:custDataLst>
          </p:nvPr>
        </p:nvSpPr>
        <p:spPr>
          <a:xfrm>
            <a:off x="10621010" y="494919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4" name="椭圆 53"/>
          <p:cNvSpPr/>
          <p:nvPr userDrawn="1">
            <p:custDataLst>
              <p:tags r:id="rId5"/>
            </p:custDataLst>
          </p:nvPr>
        </p:nvSpPr>
        <p:spPr>
          <a:xfrm>
            <a:off x="10920095" y="494347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5" name="椭圆 54"/>
          <p:cNvSpPr/>
          <p:nvPr userDrawn="1">
            <p:custDataLst>
              <p:tags r:id="rId6"/>
            </p:custDataLst>
          </p:nvPr>
        </p:nvSpPr>
        <p:spPr>
          <a:xfrm>
            <a:off x="11218545" y="494919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6" name="椭圆 55"/>
          <p:cNvSpPr/>
          <p:nvPr userDrawn="1">
            <p:custDataLst>
              <p:tags r:id="rId7"/>
            </p:custDataLst>
          </p:nvPr>
        </p:nvSpPr>
        <p:spPr>
          <a:xfrm>
            <a:off x="11517630" y="494347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7" name="椭圆 56"/>
          <p:cNvSpPr/>
          <p:nvPr userDrawn="1">
            <p:custDataLst>
              <p:tags r:id="rId8"/>
            </p:custDataLst>
          </p:nvPr>
        </p:nvSpPr>
        <p:spPr>
          <a:xfrm>
            <a:off x="11816715" y="495554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6" name="椭圆 45"/>
          <p:cNvSpPr/>
          <p:nvPr userDrawn="1">
            <p:custDataLst>
              <p:tags r:id="rId9"/>
            </p:custDataLst>
          </p:nvPr>
        </p:nvSpPr>
        <p:spPr>
          <a:xfrm>
            <a:off x="10321925" y="525462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7" name="椭圆 46"/>
          <p:cNvSpPr/>
          <p:nvPr userDrawn="1">
            <p:custDataLst>
              <p:tags r:id="rId10"/>
            </p:custDataLst>
          </p:nvPr>
        </p:nvSpPr>
        <p:spPr>
          <a:xfrm>
            <a:off x="10621010" y="524827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8" name="椭圆 47"/>
          <p:cNvSpPr/>
          <p:nvPr userDrawn="1">
            <p:custDataLst>
              <p:tags r:id="rId11"/>
            </p:custDataLst>
          </p:nvPr>
        </p:nvSpPr>
        <p:spPr>
          <a:xfrm>
            <a:off x="10920095" y="524256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9" name="椭圆 48"/>
          <p:cNvSpPr/>
          <p:nvPr userDrawn="1">
            <p:custDataLst>
              <p:tags r:id="rId12"/>
            </p:custDataLst>
          </p:nvPr>
        </p:nvSpPr>
        <p:spPr>
          <a:xfrm>
            <a:off x="11218545" y="524827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0" name="椭圆 49"/>
          <p:cNvSpPr/>
          <p:nvPr userDrawn="1">
            <p:custDataLst>
              <p:tags r:id="rId13"/>
            </p:custDataLst>
          </p:nvPr>
        </p:nvSpPr>
        <p:spPr>
          <a:xfrm>
            <a:off x="11517630" y="524256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1" name="椭圆 50"/>
          <p:cNvSpPr/>
          <p:nvPr userDrawn="1">
            <p:custDataLst>
              <p:tags r:id="rId14"/>
            </p:custDataLst>
          </p:nvPr>
        </p:nvSpPr>
        <p:spPr>
          <a:xfrm>
            <a:off x="11816715" y="525462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0" name="椭圆 39"/>
          <p:cNvSpPr/>
          <p:nvPr userDrawn="1">
            <p:custDataLst>
              <p:tags r:id="rId15"/>
            </p:custDataLst>
          </p:nvPr>
        </p:nvSpPr>
        <p:spPr>
          <a:xfrm>
            <a:off x="10321925" y="555371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1" name="椭圆 40"/>
          <p:cNvSpPr/>
          <p:nvPr userDrawn="1">
            <p:custDataLst>
              <p:tags r:id="rId16"/>
            </p:custDataLst>
          </p:nvPr>
        </p:nvSpPr>
        <p:spPr>
          <a:xfrm>
            <a:off x="10621010" y="554736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2" name="椭圆 41"/>
          <p:cNvSpPr/>
          <p:nvPr userDrawn="1">
            <p:custDataLst>
              <p:tags r:id="rId17"/>
            </p:custDataLst>
          </p:nvPr>
        </p:nvSpPr>
        <p:spPr>
          <a:xfrm>
            <a:off x="10920095" y="554164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3" name="椭圆 42"/>
          <p:cNvSpPr/>
          <p:nvPr userDrawn="1">
            <p:custDataLst>
              <p:tags r:id="rId18"/>
            </p:custDataLst>
          </p:nvPr>
        </p:nvSpPr>
        <p:spPr>
          <a:xfrm>
            <a:off x="11218545" y="554736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4" name="椭圆 43"/>
          <p:cNvSpPr/>
          <p:nvPr userDrawn="1">
            <p:custDataLst>
              <p:tags r:id="rId19"/>
            </p:custDataLst>
          </p:nvPr>
        </p:nvSpPr>
        <p:spPr>
          <a:xfrm>
            <a:off x="11517630" y="554164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5" name="椭圆 44"/>
          <p:cNvSpPr/>
          <p:nvPr userDrawn="1">
            <p:custDataLst>
              <p:tags r:id="rId20"/>
            </p:custDataLst>
          </p:nvPr>
        </p:nvSpPr>
        <p:spPr>
          <a:xfrm>
            <a:off x="11816715" y="555371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4" name="椭圆 33"/>
          <p:cNvSpPr/>
          <p:nvPr userDrawn="1">
            <p:custDataLst>
              <p:tags r:id="rId21"/>
            </p:custDataLst>
          </p:nvPr>
        </p:nvSpPr>
        <p:spPr>
          <a:xfrm>
            <a:off x="10321925" y="585216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5" name="椭圆 34"/>
          <p:cNvSpPr/>
          <p:nvPr userDrawn="1">
            <p:custDataLst>
              <p:tags r:id="rId22"/>
            </p:custDataLst>
          </p:nvPr>
        </p:nvSpPr>
        <p:spPr>
          <a:xfrm>
            <a:off x="10621010" y="584581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6" name="椭圆 35"/>
          <p:cNvSpPr/>
          <p:nvPr userDrawn="1">
            <p:custDataLst>
              <p:tags r:id="rId23"/>
            </p:custDataLst>
          </p:nvPr>
        </p:nvSpPr>
        <p:spPr>
          <a:xfrm>
            <a:off x="10920095" y="584009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7" name="椭圆 36"/>
          <p:cNvSpPr/>
          <p:nvPr userDrawn="1">
            <p:custDataLst>
              <p:tags r:id="rId24"/>
            </p:custDataLst>
          </p:nvPr>
        </p:nvSpPr>
        <p:spPr>
          <a:xfrm>
            <a:off x="11218545" y="584581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8" name="椭圆 37"/>
          <p:cNvSpPr/>
          <p:nvPr userDrawn="1">
            <p:custDataLst>
              <p:tags r:id="rId25"/>
            </p:custDataLst>
          </p:nvPr>
        </p:nvSpPr>
        <p:spPr>
          <a:xfrm>
            <a:off x="11517630" y="584009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9" name="椭圆 38"/>
          <p:cNvSpPr/>
          <p:nvPr userDrawn="1">
            <p:custDataLst>
              <p:tags r:id="rId26"/>
            </p:custDataLst>
          </p:nvPr>
        </p:nvSpPr>
        <p:spPr>
          <a:xfrm>
            <a:off x="11816715" y="585216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8" name="椭圆 27"/>
          <p:cNvSpPr/>
          <p:nvPr userDrawn="1">
            <p:custDataLst>
              <p:tags r:id="rId27"/>
            </p:custDataLst>
          </p:nvPr>
        </p:nvSpPr>
        <p:spPr>
          <a:xfrm>
            <a:off x="10321925" y="615124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9" name="椭圆 28"/>
          <p:cNvSpPr/>
          <p:nvPr userDrawn="1">
            <p:custDataLst>
              <p:tags r:id="rId28"/>
            </p:custDataLst>
          </p:nvPr>
        </p:nvSpPr>
        <p:spPr>
          <a:xfrm>
            <a:off x="10621010" y="614489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0" name="椭圆 29"/>
          <p:cNvSpPr/>
          <p:nvPr userDrawn="1">
            <p:custDataLst>
              <p:tags r:id="rId29"/>
            </p:custDataLst>
          </p:nvPr>
        </p:nvSpPr>
        <p:spPr>
          <a:xfrm>
            <a:off x="10920095" y="613918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1" name="椭圆 30"/>
          <p:cNvSpPr/>
          <p:nvPr userDrawn="1">
            <p:custDataLst>
              <p:tags r:id="rId30"/>
            </p:custDataLst>
          </p:nvPr>
        </p:nvSpPr>
        <p:spPr>
          <a:xfrm>
            <a:off x="11218545" y="614489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2" name="椭圆 31"/>
          <p:cNvSpPr/>
          <p:nvPr userDrawn="1">
            <p:custDataLst>
              <p:tags r:id="rId31"/>
            </p:custDataLst>
          </p:nvPr>
        </p:nvSpPr>
        <p:spPr>
          <a:xfrm>
            <a:off x="11517630" y="613918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3" name="椭圆 32"/>
          <p:cNvSpPr/>
          <p:nvPr userDrawn="1">
            <p:custDataLst>
              <p:tags r:id="rId32"/>
            </p:custDataLst>
          </p:nvPr>
        </p:nvSpPr>
        <p:spPr>
          <a:xfrm>
            <a:off x="11816715" y="615124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2" name="椭圆 21"/>
          <p:cNvSpPr/>
          <p:nvPr userDrawn="1">
            <p:custDataLst>
              <p:tags r:id="rId33"/>
            </p:custDataLst>
          </p:nvPr>
        </p:nvSpPr>
        <p:spPr>
          <a:xfrm>
            <a:off x="10321925" y="645033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3" name="椭圆 22"/>
          <p:cNvSpPr/>
          <p:nvPr userDrawn="1">
            <p:custDataLst>
              <p:tags r:id="rId34"/>
            </p:custDataLst>
          </p:nvPr>
        </p:nvSpPr>
        <p:spPr>
          <a:xfrm>
            <a:off x="10621010" y="644398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4" name="椭圆 23"/>
          <p:cNvSpPr/>
          <p:nvPr userDrawn="1">
            <p:custDataLst>
              <p:tags r:id="rId35"/>
            </p:custDataLst>
          </p:nvPr>
        </p:nvSpPr>
        <p:spPr>
          <a:xfrm>
            <a:off x="10920095" y="643826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5" name="椭圆 24"/>
          <p:cNvSpPr/>
          <p:nvPr userDrawn="1">
            <p:custDataLst>
              <p:tags r:id="rId36"/>
            </p:custDataLst>
          </p:nvPr>
        </p:nvSpPr>
        <p:spPr>
          <a:xfrm>
            <a:off x="11218545" y="644398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6" name="椭圆 25"/>
          <p:cNvSpPr/>
          <p:nvPr userDrawn="1">
            <p:custDataLst>
              <p:tags r:id="rId37"/>
            </p:custDataLst>
          </p:nvPr>
        </p:nvSpPr>
        <p:spPr>
          <a:xfrm>
            <a:off x="11517630" y="643826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7" name="椭圆 26"/>
          <p:cNvSpPr/>
          <p:nvPr userDrawn="1">
            <p:custDataLst>
              <p:tags r:id="rId38"/>
            </p:custDataLst>
          </p:nvPr>
        </p:nvSpPr>
        <p:spPr>
          <a:xfrm>
            <a:off x="11816715" y="645033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 name="日期占位符 4"/>
          <p:cNvSpPr>
            <a:spLocks noGrp="1"/>
          </p:cNvSpPr>
          <p:nvPr>
            <p:ph type="dt" sz="half" idx="10"/>
            <p:custDataLst>
              <p:tags r:id="rId39"/>
            </p:custDataLst>
          </p:nvPr>
        </p:nvSpPr>
        <p:spPr/>
        <p:txBody>
          <a:bodyPr wrap="square">
            <a:normAutofit/>
          </a:bodyPr>
          <a:lstStyle>
            <a:lvl1pPr>
              <a:defRPr>
                <a:latin typeface="+mn-lt"/>
                <a:ea typeface="+mn-lt"/>
                <a:cs typeface="+mn-lt"/>
                <a:sym typeface="+mn-lt"/>
              </a:defRPr>
            </a:lvl1pPr>
          </a:lstStyle>
          <a:p>
            <a:r>
              <a:rPr lang="en-US"/>
              <a:t>Date Area</a:t>
            </a:r>
          </a:p>
        </p:txBody>
      </p:sp>
      <p:sp>
        <p:nvSpPr>
          <p:cNvPr id="2" name="标题 1"/>
          <p:cNvSpPr>
            <a:spLocks noGrp="1"/>
          </p:cNvSpPr>
          <p:nvPr>
            <p:ph type="title" hasCustomPrompt="1"/>
            <p:custDataLst>
              <p:tags r:id="rId40"/>
            </p:custDataLst>
          </p:nvPr>
        </p:nvSpPr>
        <p:spPr>
          <a:xfrm>
            <a:off x="5259705" y="2204720"/>
            <a:ext cx="6180455" cy="2469515"/>
          </a:xfrm>
        </p:spPr>
        <p:txBody>
          <a:bodyPr wrap="square" anchor="ctr">
            <a:normAutofit/>
          </a:bodyPr>
          <a:lstStyle>
            <a:lvl1pPr algn="l">
              <a:defRPr sz="4800">
                <a:solidFill>
                  <a:schemeClr val="accent1"/>
                </a:solidFill>
                <a:latin typeface="+mj-lt"/>
                <a:sym typeface="+mj-ea"/>
              </a:defRPr>
            </a:lvl1pPr>
          </a:lstStyle>
          <a:p>
            <a:r>
              <a:rPr lang="en-US" dirty="0">
                <a:latin typeface="+mj-lt"/>
              </a:rPr>
              <a:t>Click to add title</a:t>
            </a:r>
            <a:endParaRPr lang="en-US" dirty="0"/>
          </a:p>
        </p:txBody>
      </p:sp>
      <p:sp>
        <p:nvSpPr>
          <p:cNvPr id="5" name="页脚占位符 5"/>
          <p:cNvSpPr>
            <a:spLocks noGrp="1"/>
          </p:cNvSpPr>
          <p:nvPr>
            <p:ph type="ftr" sz="quarter" idx="11"/>
            <p:custDataLst>
              <p:tags r:id="rId41"/>
            </p:custDataLst>
          </p:nvPr>
        </p:nvSpPr>
        <p:spPr/>
        <p:txBody>
          <a:bodyPr/>
          <a:lstStyle/>
          <a:p>
            <a:endParaRPr lang="en-US"/>
          </a:p>
        </p:txBody>
      </p:sp>
      <p:sp>
        <p:nvSpPr>
          <p:cNvPr id="6" name="灯片编号占位符 6"/>
          <p:cNvSpPr>
            <a:spLocks noGrp="1"/>
          </p:cNvSpPr>
          <p:nvPr>
            <p:ph type="sldNum" sz="quarter" idx="12"/>
            <p:custDataLst>
              <p:tags r:id="rId42"/>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t>‹#›</a:t>
            </a:fld>
            <a:endParaRPr lang="en-US"/>
          </a:p>
        </p:txBody>
      </p:sp>
      <p:sp>
        <p:nvSpPr>
          <p:cNvPr id="3" name="任意多边形: 形状 39" descr="preencoded.png"/>
          <p:cNvSpPr/>
          <p:nvPr userDrawn="1">
            <p:custDataLst>
              <p:tags r:id="rId43"/>
            </p:custDataLst>
          </p:nvPr>
        </p:nvSpPr>
        <p:spPr>
          <a:xfrm flipH="1">
            <a:off x="0" y="0"/>
            <a:ext cx="3133090" cy="4866640"/>
          </a:xfrm>
          <a:custGeom>
            <a:avLst/>
            <a:gdLst>
              <a:gd name="connsiteX0" fmla="*/ 0 w 3119566"/>
              <a:gd name="connsiteY0" fmla="*/ 0 h 4866702"/>
              <a:gd name="connsiteX1" fmla="*/ 3119566 w 3119566"/>
              <a:gd name="connsiteY1" fmla="*/ 0 h 4866702"/>
              <a:gd name="connsiteX2" fmla="*/ 3119566 w 3119566"/>
              <a:gd name="connsiteY2" fmla="*/ 4866702 h 4866702"/>
              <a:gd name="connsiteX3" fmla="*/ 2033983 w 3119566"/>
              <a:gd name="connsiteY3" fmla="*/ 4866702 h 4866702"/>
              <a:gd name="connsiteX4" fmla="*/ 0 w 3119566"/>
              <a:gd name="connsiteY4" fmla="*/ 2835342 h 4866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9566" h="4866702">
                <a:moveTo>
                  <a:pt x="0" y="0"/>
                </a:moveTo>
                <a:lnTo>
                  <a:pt x="3119566" y="0"/>
                </a:lnTo>
                <a:lnTo>
                  <a:pt x="3119566" y="4866702"/>
                </a:lnTo>
                <a:lnTo>
                  <a:pt x="2033983" y="4866702"/>
                </a:lnTo>
                <a:cubicBezTo>
                  <a:pt x="910644" y="4866702"/>
                  <a:pt x="0" y="3957237"/>
                  <a:pt x="0" y="2835342"/>
                </a:cubicBezTo>
                <a:close/>
              </a:path>
            </a:pathLst>
          </a:custGeom>
          <a:solidFill>
            <a:schemeClr val="accent2"/>
          </a:solidFill>
          <a:ln w="12700" cap="flat">
            <a:noFill/>
            <a:prstDash val="solid"/>
            <a:miter/>
          </a:ln>
        </p:spPr>
        <p:txBody>
          <a:bodyPr rtlCol="0" anchor="ctr"/>
          <a:lstStyle/>
          <a:p>
            <a:endParaRPr lang="en-US">
              <a:cs typeface="Arial" panose="020B0604020202020204" pitchFamily="34" charset="0"/>
            </a:endParaRPr>
          </a:p>
        </p:txBody>
      </p:sp>
      <p:sp>
        <p:nvSpPr>
          <p:cNvPr id="7" name="任意多边形: 形状 50"/>
          <p:cNvSpPr/>
          <p:nvPr userDrawn="1">
            <p:custDataLst>
              <p:tags r:id="rId44"/>
            </p:custDataLst>
          </p:nvPr>
        </p:nvSpPr>
        <p:spPr>
          <a:xfrm flipH="1">
            <a:off x="1058545" y="2632710"/>
            <a:ext cx="3374390" cy="4225290"/>
          </a:xfrm>
          <a:custGeom>
            <a:avLst/>
            <a:gdLst>
              <a:gd name="connsiteX0" fmla="*/ 0 w 3374136"/>
              <a:gd name="connsiteY0" fmla="*/ 0 h 4225200"/>
              <a:gd name="connsiteX1" fmla="*/ 1344581 w 3374136"/>
              <a:gd name="connsiteY1" fmla="*/ 0 h 4225200"/>
              <a:gd name="connsiteX2" fmla="*/ 3374136 w 3374136"/>
              <a:gd name="connsiteY2" fmla="*/ 2033228 h 4225200"/>
              <a:gd name="connsiteX3" fmla="*/ 3374136 w 3374136"/>
              <a:gd name="connsiteY3" fmla="*/ 4225200 h 4225200"/>
              <a:gd name="connsiteX4" fmla="*/ 0 w 3374136"/>
              <a:gd name="connsiteY4" fmla="*/ 4225200 h 4225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4136" h="4225200">
                <a:moveTo>
                  <a:pt x="0" y="0"/>
                </a:moveTo>
                <a:lnTo>
                  <a:pt x="1344581" y="0"/>
                </a:lnTo>
                <a:cubicBezTo>
                  <a:pt x="2465479" y="0"/>
                  <a:pt x="3374136" y="910307"/>
                  <a:pt x="3374136" y="2033228"/>
                </a:cubicBezTo>
                <a:lnTo>
                  <a:pt x="3374136" y="4225200"/>
                </a:lnTo>
                <a:lnTo>
                  <a:pt x="0" y="4225200"/>
                </a:lnTo>
                <a:close/>
              </a:path>
            </a:pathLst>
          </a:custGeom>
          <a:gradFill>
            <a:gsLst>
              <a:gs pos="0">
                <a:schemeClr val="accent1">
                  <a:lumMod val="60000"/>
                  <a:lumOff val="40000"/>
                </a:schemeClr>
              </a:gs>
              <a:gs pos="83000">
                <a:schemeClr val="bg1">
                  <a:alpha val="0"/>
                </a:schemeClr>
              </a:gs>
            </a:gsLst>
            <a:lin ang="10200000" scaled="0"/>
          </a:gradFill>
          <a:ln w="12637" cap="flat">
            <a:gradFill>
              <a:gsLst>
                <a:gs pos="0">
                  <a:schemeClr val="bg1">
                    <a:alpha val="83000"/>
                  </a:schemeClr>
                </a:gs>
                <a:gs pos="58000">
                  <a:schemeClr val="bg1">
                    <a:alpha val="22000"/>
                  </a:schemeClr>
                </a:gs>
                <a:gs pos="100000">
                  <a:schemeClr val="bg1">
                    <a:alpha val="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a:cs typeface="Arial" panose="020B0604020202020204" pitchFamily="34" charset="0"/>
            </a:endParaRPr>
          </a:p>
        </p:txBody>
      </p:sp>
      <p:sp>
        <p:nvSpPr>
          <p:cNvPr id="10" name="Intersect-2186&amp;721" descr="preencoded.png"/>
          <p:cNvSpPr/>
          <p:nvPr userDrawn="1">
            <p:custDataLst>
              <p:tags r:id="rId45"/>
            </p:custDataLst>
          </p:nvPr>
        </p:nvSpPr>
        <p:spPr>
          <a:xfrm flipH="1">
            <a:off x="937260" y="2550795"/>
            <a:ext cx="2342515" cy="2450465"/>
          </a:xfrm>
          <a:custGeom>
            <a:avLst/>
            <a:gdLst>
              <a:gd name="connsiteX0" fmla="*/ 2342371 w 2342371"/>
              <a:gd name="connsiteY0" fmla="*/ 2450197 h 2450196"/>
              <a:gd name="connsiteX1" fmla="*/ 0 w 2342371"/>
              <a:gd name="connsiteY1" fmla="*/ 0 h 2450196"/>
              <a:gd name="connsiteX2" fmla="*/ 2342371 w 2342371"/>
              <a:gd name="connsiteY2" fmla="*/ 2450197 h 2450196"/>
            </a:gdLst>
            <a:ahLst/>
            <a:cxnLst>
              <a:cxn ang="0">
                <a:pos x="connsiteX0" y="connsiteY0"/>
              </a:cxn>
              <a:cxn ang="0">
                <a:pos x="connsiteX1" y="connsiteY1"/>
              </a:cxn>
              <a:cxn ang="0">
                <a:pos x="connsiteX2" y="connsiteY2"/>
              </a:cxn>
            </a:cxnLst>
            <a:rect l="l" t="t" r="r" b="b"/>
            <a:pathLst>
              <a:path w="2342371" h="2450196">
                <a:moveTo>
                  <a:pt x="2342371" y="2450197"/>
                </a:moveTo>
                <a:cubicBezTo>
                  <a:pt x="1051600" y="2367809"/>
                  <a:pt x="26634" y="1306616"/>
                  <a:pt x="0" y="0"/>
                </a:cubicBezTo>
                <a:cubicBezTo>
                  <a:pt x="1290770" y="82394"/>
                  <a:pt x="2315727" y="1143573"/>
                  <a:pt x="2342371" y="2450197"/>
                </a:cubicBezTo>
                <a:close/>
              </a:path>
            </a:pathLst>
          </a:custGeom>
          <a:solidFill>
            <a:schemeClr val="accent1">
              <a:alpha val="30000"/>
            </a:schemeClr>
          </a:solidFill>
          <a:ln w="15641" cap="flat">
            <a:noFill/>
            <a:prstDash val="solid"/>
            <a:miter/>
          </a:ln>
          <a:effectLst>
            <a:softEdge rad="177800"/>
          </a:effectLst>
        </p:spPr>
        <p:txBody>
          <a:bodyPr rtlCol="0" anchor="ctr"/>
          <a:lstStyle/>
          <a:p>
            <a:endParaRPr lang="en-US">
              <a:cs typeface="Arial" panose="020B0604020202020204" pitchFamily="34" charset="0"/>
            </a:endParaRPr>
          </a:p>
        </p:txBody>
      </p:sp>
      <p:sp>
        <p:nvSpPr>
          <p:cNvPr id="13" name="Rectangle 41650-2186&amp;685" descr="preencoded.png"/>
          <p:cNvSpPr/>
          <p:nvPr userDrawn="1">
            <p:custDataLst>
              <p:tags r:id="rId46"/>
            </p:custDataLst>
          </p:nvPr>
        </p:nvSpPr>
        <p:spPr>
          <a:xfrm>
            <a:off x="3962527" y="2980944"/>
            <a:ext cx="969264" cy="969264"/>
          </a:xfrm>
          <a:custGeom>
            <a:avLst/>
            <a:gdLst>
              <a:gd name="connsiteX0" fmla="*/ 0 w 969264"/>
              <a:gd name="connsiteY0" fmla="*/ 484632 h 969264"/>
              <a:gd name="connsiteX1" fmla="*/ 484632 w 969264"/>
              <a:gd name="connsiteY1" fmla="*/ 0 h 969264"/>
              <a:gd name="connsiteX2" fmla="*/ 484632 w 969264"/>
              <a:gd name="connsiteY2" fmla="*/ 0 h 969264"/>
              <a:gd name="connsiteX3" fmla="*/ 969264 w 969264"/>
              <a:gd name="connsiteY3" fmla="*/ 484632 h 969264"/>
              <a:gd name="connsiteX4" fmla="*/ 969264 w 969264"/>
              <a:gd name="connsiteY4" fmla="*/ 484632 h 969264"/>
              <a:gd name="connsiteX5" fmla="*/ 484632 w 969264"/>
              <a:gd name="connsiteY5" fmla="*/ 969264 h 969264"/>
              <a:gd name="connsiteX6" fmla="*/ 484632 w 969264"/>
              <a:gd name="connsiteY6" fmla="*/ 969264 h 969264"/>
              <a:gd name="connsiteX7" fmla="*/ 0 w 969264"/>
              <a:gd name="connsiteY7" fmla="*/ 484632 h 969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9264" h="969264">
                <a:moveTo>
                  <a:pt x="0" y="484632"/>
                </a:moveTo>
                <a:cubicBezTo>
                  <a:pt x="0" y="216977"/>
                  <a:pt x="216977" y="0"/>
                  <a:pt x="484632" y="0"/>
                </a:cubicBezTo>
                <a:lnTo>
                  <a:pt x="484632" y="0"/>
                </a:lnTo>
                <a:cubicBezTo>
                  <a:pt x="752287" y="0"/>
                  <a:pt x="969264" y="216977"/>
                  <a:pt x="969264" y="484632"/>
                </a:cubicBezTo>
                <a:lnTo>
                  <a:pt x="969264" y="484632"/>
                </a:lnTo>
                <a:cubicBezTo>
                  <a:pt x="969264" y="752287"/>
                  <a:pt x="752287" y="969264"/>
                  <a:pt x="484632" y="969264"/>
                </a:cubicBezTo>
                <a:lnTo>
                  <a:pt x="484632" y="969264"/>
                </a:lnTo>
                <a:cubicBezTo>
                  <a:pt x="216977" y="969264"/>
                  <a:pt x="0" y="752287"/>
                  <a:pt x="0" y="484632"/>
                </a:cubicBezTo>
                <a:close/>
              </a:path>
            </a:pathLst>
          </a:custGeom>
          <a:solidFill>
            <a:schemeClr val="accent2"/>
          </a:solidFill>
          <a:ln w="12658" cap="flat">
            <a:noFill/>
            <a:prstDash val="solid"/>
            <a:miter/>
          </a:ln>
        </p:spPr>
        <p:txBody>
          <a:bodyPr rtlCol="0" anchor="ctr"/>
          <a:lstStyle/>
          <a:p>
            <a:endParaRPr lang="en-US">
              <a:cs typeface="Arial" panose="020B0604020202020204" pitchFamily="34" charset="0"/>
            </a:endParaRPr>
          </a:p>
        </p:txBody>
      </p:sp>
      <p:sp>
        <p:nvSpPr>
          <p:cNvPr id="14" name="节编号 3"/>
          <p:cNvSpPr>
            <a:spLocks noGrp="1"/>
          </p:cNvSpPr>
          <p:nvPr>
            <p:ph type="body" sz="quarter" idx="13" hasCustomPrompt="1"/>
            <p:custDataLst>
              <p:tags r:id="rId47"/>
            </p:custDataLst>
          </p:nvPr>
        </p:nvSpPr>
        <p:spPr>
          <a:xfrm>
            <a:off x="3977041" y="2190379"/>
            <a:ext cx="931418" cy="2469772"/>
          </a:xfrm>
        </p:spPr>
        <p:txBody>
          <a:bodyPr wrap="none" anchor="ctr">
            <a:normAutofit/>
          </a:bodyPr>
          <a:lstStyle>
            <a:lvl1pPr marL="0" indent="0" algn="ctr">
              <a:buNone/>
              <a:defRPr sz="4000" b="1">
                <a:solidFill>
                  <a:schemeClr val="lt1">
                    <a:lumMod val="100000"/>
                  </a:schemeClr>
                </a:solidFill>
                <a:latin typeface="+mn-lt"/>
                <a:sym typeface="+mn-ea"/>
              </a:defRPr>
            </a:lvl1pPr>
          </a:lstStyle>
          <a:p>
            <a:pPr lvl="0"/>
            <a:r>
              <a:rPr lang="en-US" dirty="0">
                <a:latin typeface="+mn-lt"/>
              </a:rPr>
              <a:t>Click to add text</a:t>
            </a:r>
            <a:endParaRPr lang="en-US"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p:txBody>
          <a:bodyPr vert="horz" wrap="square" lIns="0" tIns="0" rIns="0" bIns="0" rtlCol="0" anchor="ctr">
            <a:normAutofit/>
          </a:bodyPr>
          <a:lstStyle>
            <a:lvl1pPr>
              <a:defRPr lang="en-US" dirty="0">
                <a:latin typeface="+mj-lt"/>
                <a:sym typeface="+mj-ea"/>
              </a:defRPr>
            </a:lvl1pPr>
          </a:lstStyle>
          <a:p>
            <a:pPr lvl="0"/>
            <a:r>
              <a:rPr lang="en-US" dirty="0">
                <a:latin typeface="+mj-lt"/>
              </a:rPr>
              <a:t>Click to add title</a:t>
            </a:r>
            <a:endParaRPr lang="en-US" dirty="0"/>
          </a:p>
        </p:txBody>
      </p:sp>
      <p:sp>
        <p:nvSpPr>
          <p:cNvPr id="3" name="内容占位符 2"/>
          <p:cNvSpPr>
            <a:spLocks noGrp="1"/>
          </p:cNvSpPr>
          <p:nvPr>
            <p:ph sz="half" idx="1" hasCustomPrompt="1"/>
            <p:custDataLst>
              <p:tags r:id="rId2"/>
            </p:custDataLst>
          </p:nvPr>
        </p:nvSpPr>
        <p:spPr>
          <a:xfrm>
            <a:off x="695960" y="1301750"/>
            <a:ext cx="5323840" cy="4875850"/>
          </a:xfrm>
        </p:spPr>
        <p:txBody>
          <a:bodyPr wrap="square">
            <a:normAutofit/>
          </a:bodyPr>
          <a:lstStyle>
            <a:lvl1pPr>
              <a:defRPr>
                <a:latin typeface="+mn-lt"/>
                <a:sym typeface="+mn-ea"/>
              </a:defRPr>
            </a:lvl1pPr>
            <a:lvl2pPr>
              <a:defRPr>
                <a:latin typeface="+mn-lt"/>
                <a:sym typeface="+mn-ea"/>
              </a:defRPr>
            </a:lvl2pPr>
            <a:lvl3pPr>
              <a:defRPr>
                <a:latin typeface="+mn-lt"/>
                <a:sym typeface="+mn-ea"/>
              </a:defRPr>
            </a:lvl3pPr>
            <a:lvl4pPr>
              <a:defRPr>
                <a:latin typeface="+mn-lt"/>
                <a:sym typeface="+mn-ea"/>
              </a:defRPr>
            </a:lvl4pPr>
            <a:lvl5pPr>
              <a:defRPr>
                <a:latin typeface="+mn-lt"/>
                <a:sym typeface="+mn-ea"/>
              </a:defRPr>
            </a:lvl5pPr>
          </a:lstStyle>
          <a:p>
            <a:pPr lvl="0"/>
            <a:r>
              <a:rPr lang="en-US" dirty="0">
                <a:latin typeface="+mn-lt"/>
              </a:rPr>
              <a:t>Click to add text</a:t>
            </a:r>
            <a:endParaRPr lang="en-US" dirty="0"/>
          </a:p>
        </p:txBody>
      </p:sp>
      <p:sp>
        <p:nvSpPr>
          <p:cNvPr id="4" name="内容占位符 3"/>
          <p:cNvSpPr>
            <a:spLocks noGrp="1"/>
          </p:cNvSpPr>
          <p:nvPr>
            <p:ph sz="half" idx="2" hasCustomPrompt="1"/>
            <p:custDataLst>
              <p:tags r:id="rId3"/>
            </p:custDataLst>
          </p:nvPr>
        </p:nvSpPr>
        <p:spPr>
          <a:xfrm>
            <a:off x="6172200" y="1301750"/>
            <a:ext cx="5323840" cy="4875850"/>
          </a:xfrm>
        </p:spPr>
        <p:txBody>
          <a:bodyPr wrap="square">
            <a:normAutofit/>
          </a:bodyPr>
          <a:lstStyle>
            <a:lvl1pPr>
              <a:defRPr>
                <a:latin typeface="+mn-lt"/>
                <a:sym typeface="+mn-ea"/>
              </a:defRPr>
            </a:lvl1pPr>
            <a:lvl2pPr>
              <a:defRPr>
                <a:latin typeface="+mn-lt"/>
                <a:sym typeface="+mn-ea"/>
              </a:defRPr>
            </a:lvl2pPr>
            <a:lvl3pPr>
              <a:defRPr>
                <a:latin typeface="+mn-lt"/>
                <a:sym typeface="+mn-ea"/>
              </a:defRPr>
            </a:lvl3pPr>
            <a:lvl4pPr>
              <a:defRPr>
                <a:latin typeface="+mn-lt"/>
                <a:sym typeface="+mn-ea"/>
              </a:defRPr>
            </a:lvl4pPr>
            <a:lvl5pPr>
              <a:defRPr>
                <a:latin typeface="+mn-lt"/>
                <a:sym typeface="+mn-ea"/>
              </a:defRPr>
            </a:lvl5pPr>
          </a:lstStyle>
          <a:p>
            <a:pPr lvl="0"/>
            <a:r>
              <a:rPr lang="en-US" dirty="0">
                <a:latin typeface="+mn-lt"/>
              </a:rPr>
              <a:t>Click to add text</a:t>
            </a:r>
            <a:endParaRPr lang="en-US" dirty="0"/>
          </a:p>
        </p:txBody>
      </p:sp>
      <p:sp>
        <p:nvSpPr>
          <p:cNvPr id="5" name="日期占位符 4"/>
          <p:cNvSpPr>
            <a:spLocks noGrp="1"/>
          </p:cNvSpPr>
          <p:nvPr>
            <p:ph type="dt" sz="half" idx="10"/>
            <p:custDataLst>
              <p:tags r:id="rId4"/>
            </p:custDataLst>
          </p:nvPr>
        </p:nvSpPr>
        <p:spPr/>
        <p:txBody>
          <a:bodyPr wrap="square">
            <a:normAutofit/>
          </a:bodyPr>
          <a:lstStyle>
            <a:lvl1pPr>
              <a:defRPr>
                <a:latin typeface="+mn-lt"/>
                <a:ea typeface="+mn-lt"/>
                <a:cs typeface="+mn-lt"/>
                <a:sym typeface="+mn-lt"/>
              </a:defRPr>
            </a:lvl1pPr>
          </a:lstStyle>
          <a:p>
            <a:r>
              <a:rPr lang="en-US"/>
              <a:t>Date Area</a:t>
            </a:r>
          </a:p>
        </p:txBody>
      </p:sp>
      <p:sp>
        <p:nvSpPr>
          <p:cNvPr id="6" name="页脚占位符 5"/>
          <p:cNvSpPr>
            <a:spLocks noGrp="1"/>
          </p:cNvSpPr>
          <p:nvPr>
            <p:ph type="ftr" sz="quarter" idx="11"/>
            <p:custDataLst>
              <p:tags r:id="rId5"/>
            </p:custDataLst>
          </p:nvPr>
        </p:nvSpPr>
        <p:spPr/>
        <p:txBody>
          <a:bodyPr/>
          <a:lstStyle/>
          <a:p>
            <a:endParaRPr lang="en-US"/>
          </a:p>
        </p:txBody>
      </p:sp>
      <p:sp>
        <p:nvSpPr>
          <p:cNvPr id="7" name="灯片编号占位符 6"/>
          <p:cNvSpPr>
            <a:spLocks noGrp="1"/>
          </p:cNvSpPr>
          <p:nvPr>
            <p:ph type="sldNum" sz="quarter" idx="12"/>
            <p:custDataLst>
              <p:tags r:id="rId6"/>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t>‹#›</a:t>
            </a:fld>
            <a:endParaRPr lang="en-US"/>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1"/>
            </p:custDataLst>
          </p:nvPr>
        </p:nvSpPr>
        <p:spPr>
          <a:xfrm>
            <a:off x="695960" y="1301750"/>
            <a:ext cx="5323840" cy="411303"/>
          </a:xfrm>
        </p:spPr>
        <p:txBody>
          <a:bodyPr wrap="square" anchor="b">
            <a:normAutofit/>
          </a:bodyPr>
          <a:lstStyle>
            <a:lvl1pPr marL="0" indent="0">
              <a:buNone/>
              <a:defRPr sz="2400" b="1">
                <a:latin typeface="+mj-lt"/>
                <a:sym typeface="+mn-ea"/>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4" name="内容占位符 3"/>
          <p:cNvSpPr>
            <a:spLocks noGrp="1"/>
          </p:cNvSpPr>
          <p:nvPr>
            <p:ph sz="half" idx="2" hasCustomPrompt="1"/>
            <p:custDataLst>
              <p:tags r:id="rId2"/>
            </p:custDataLst>
          </p:nvPr>
        </p:nvSpPr>
        <p:spPr>
          <a:xfrm>
            <a:off x="695960" y="1875099"/>
            <a:ext cx="5323840" cy="4300276"/>
          </a:xfrm>
        </p:spPr>
        <p:txBody>
          <a:bodyPr wrap="square">
            <a:normAutofit/>
          </a:bodyPr>
          <a:lstStyle>
            <a:lvl1pPr>
              <a:defRPr sz="2200">
                <a:latin typeface="+mn-lt"/>
                <a:sym typeface="+mn-ea"/>
              </a:defRPr>
            </a:lvl1pPr>
            <a:lvl2pPr>
              <a:defRPr>
                <a:latin typeface="+mn-lt"/>
                <a:sym typeface="+mn-ea"/>
              </a:defRPr>
            </a:lvl2pPr>
            <a:lvl3pPr>
              <a:defRPr>
                <a:latin typeface="+mn-lt"/>
                <a:sym typeface="+mn-ea"/>
              </a:defRPr>
            </a:lvl3pPr>
            <a:lvl4pPr>
              <a:defRPr>
                <a:latin typeface="+mn-lt"/>
                <a:sym typeface="+mn-ea"/>
              </a:defRPr>
            </a:lvl4pPr>
            <a:lvl5pPr>
              <a:defRPr>
                <a:latin typeface="+mn-lt"/>
                <a:sym typeface="+mn-ea"/>
              </a:defRPr>
            </a:lvl5pPr>
          </a:lstStyle>
          <a:p>
            <a:pPr lvl="0"/>
            <a:r>
              <a:rPr lang="en-US" dirty="0">
                <a:latin typeface="+mn-lt"/>
              </a:rPr>
              <a:t>Click to add text</a:t>
            </a:r>
            <a:endParaRPr lang="en-US" dirty="0"/>
          </a:p>
        </p:txBody>
      </p:sp>
      <p:sp>
        <p:nvSpPr>
          <p:cNvPr id="5" name="文本占位符 4"/>
          <p:cNvSpPr>
            <a:spLocks noGrp="1"/>
          </p:cNvSpPr>
          <p:nvPr>
            <p:ph type="body" sz="quarter" idx="3" hasCustomPrompt="1"/>
            <p:custDataLst>
              <p:tags r:id="rId3"/>
            </p:custDataLst>
          </p:nvPr>
        </p:nvSpPr>
        <p:spPr>
          <a:xfrm>
            <a:off x="6172200" y="1301750"/>
            <a:ext cx="5323840" cy="411303"/>
          </a:xfrm>
        </p:spPr>
        <p:txBody>
          <a:bodyPr wrap="square" anchor="b">
            <a:normAutofit/>
          </a:bodyPr>
          <a:lstStyle>
            <a:lvl1pPr marL="0" indent="0">
              <a:buNone/>
              <a:defRPr sz="2400" b="1">
                <a:latin typeface="+mj-lt"/>
                <a:sym typeface="+mn-ea"/>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a:latin typeface="+mj-lt"/>
              </a:rPr>
              <a:t>Click to add text</a:t>
            </a:r>
            <a:endParaRPr lang="en-US"/>
          </a:p>
        </p:txBody>
      </p:sp>
      <p:sp>
        <p:nvSpPr>
          <p:cNvPr id="6" name="内容占位符 5"/>
          <p:cNvSpPr>
            <a:spLocks noGrp="1"/>
          </p:cNvSpPr>
          <p:nvPr>
            <p:ph sz="quarter" idx="4" hasCustomPrompt="1"/>
            <p:custDataLst>
              <p:tags r:id="rId4"/>
            </p:custDataLst>
          </p:nvPr>
        </p:nvSpPr>
        <p:spPr>
          <a:xfrm>
            <a:off x="6172200" y="1875099"/>
            <a:ext cx="5323840" cy="4300276"/>
          </a:xfrm>
        </p:spPr>
        <p:txBody>
          <a:bodyPr wrap="square">
            <a:normAutofit/>
          </a:bodyPr>
          <a:lstStyle>
            <a:lvl1pPr>
              <a:defRPr sz="2200">
                <a:latin typeface="+mn-lt"/>
                <a:sym typeface="+mn-ea"/>
              </a:defRPr>
            </a:lvl1pPr>
            <a:lvl2pPr>
              <a:defRPr>
                <a:latin typeface="+mn-lt"/>
                <a:sym typeface="+mn-ea"/>
              </a:defRPr>
            </a:lvl2pPr>
            <a:lvl3pPr>
              <a:defRPr>
                <a:latin typeface="+mn-lt"/>
                <a:sym typeface="+mn-ea"/>
              </a:defRPr>
            </a:lvl3pPr>
            <a:lvl4pPr>
              <a:defRPr>
                <a:latin typeface="+mn-lt"/>
                <a:sym typeface="+mn-ea"/>
              </a:defRPr>
            </a:lvl4pPr>
            <a:lvl5pPr>
              <a:defRPr>
                <a:latin typeface="+mn-lt"/>
                <a:sym typeface="+mn-ea"/>
              </a:defRPr>
            </a:lvl5pPr>
          </a:lstStyle>
          <a:p>
            <a:pPr lvl="0"/>
            <a:r>
              <a:rPr lang="en-US" dirty="0">
                <a:latin typeface="+mn-lt"/>
              </a:rPr>
              <a:t>Click to add text</a:t>
            </a:r>
            <a:endParaRPr lang="en-US" dirty="0"/>
          </a:p>
        </p:txBody>
      </p:sp>
      <p:sp>
        <p:nvSpPr>
          <p:cNvPr id="7" name="日期占位符 6"/>
          <p:cNvSpPr>
            <a:spLocks noGrp="1"/>
          </p:cNvSpPr>
          <p:nvPr>
            <p:ph type="dt" sz="half" idx="10"/>
            <p:custDataLst>
              <p:tags r:id="rId5"/>
            </p:custDataLst>
          </p:nvPr>
        </p:nvSpPr>
        <p:spPr/>
        <p:txBody>
          <a:bodyPr wrap="square">
            <a:normAutofit/>
          </a:bodyPr>
          <a:lstStyle>
            <a:lvl1pPr>
              <a:defRPr>
                <a:latin typeface="+mn-lt"/>
                <a:ea typeface="+mn-lt"/>
                <a:cs typeface="+mn-lt"/>
                <a:sym typeface="+mn-lt"/>
              </a:defRPr>
            </a:lvl1pPr>
          </a:lstStyle>
          <a:p>
            <a:r>
              <a:rPr lang="en-US"/>
              <a:t>Date Area</a:t>
            </a:r>
          </a:p>
        </p:txBody>
      </p:sp>
      <p:sp>
        <p:nvSpPr>
          <p:cNvPr id="8" name="页脚占位符 7"/>
          <p:cNvSpPr>
            <a:spLocks noGrp="1"/>
          </p:cNvSpPr>
          <p:nvPr>
            <p:ph type="ftr" sz="quarter" idx="11"/>
            <p:custDataLst>
              <p:tags r:id="rId6"/>
            </p:custDataLst>
          </p:nvPr>
        </p:nvSpPr>
        <p:spPr/>
        <p:txBody>
          <a:bodyPr/>
          <a:lstStyle/>
          <a:p>
            <a:endParaRPr lang="en-US"/>
          </a:p>
        </p:txBody>
      </p:sp>
      <p:sp>
        <p:nvSpPr>
          <p:cNvPr id="9" name="灯片编号占位符 8"/>
          <p:cNvSpPr>
            <a:spLocks noGrp="1"/>
          </p:cNvSpPr>
          <p:nvPr>
            <p:ph type="sldNum" sz="quarter" idx="12"/>
            <p:custDataLst>
              <p:tags r:id="rId7"/>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t>‹#›</a:t>
            </a:fld>
            <a:endParaRPr lang="en-US"/>
          </a:p>
        </p:txBody>
      </p:sp>
      <p:sp>
        <p:nvSpPr>
          <p:cNvPr id="10" name="标题 9"/>
          <p:cNvSpPr>
            <a:spLocks noGrp="1"/>
          </p:cNvSpPr>
          <p:nvPr>
            <p:ph type="title" hasCustomPrompt="1"/>
            <p:custDataLst>
              <p:tags r:id="rId8"/>
            </p:custDataLst>
          </p:nvPr>
        </p:nvSpPr>
        <p:spPr/>
        <p:txBody>
          <a:bodyPr/>
          <a:lstStyle/>
          <a:p>
            <a:r>
              <a:rPr lang="en-US" dirty="0">
                <a:latin typeface="+mj-lt"/>
              </a:rPr>
              <a:t>Click to add title</a:t>
            </a:r>
            <a:endParaRPr lang="en-US" dirty="0"/>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p:txBody>
          <a:bodyPr wrap="square">
            <a:normAutofit/>
          </a:bodyPr>
          <a:lstStyle>
            <a:lvl1pPr>
              <a:defRPr>
                <a:latin typeface="+mj-lt"/>
                <a:sym typeface="+mj-ea"/>
              </a:defRPr>
            </a:lvl1pPr>
          </a:lstStyle>
          <a:p>
            <a:r>
              <a:rPr lang="en-US" dirty="0">
                <a:latin typeface="+mj-lt"/>
              </a:rPr>
              <a:t>Click to add title</a:t>
            </a:r>
            <a:endParaRPr lang="en-US" dirty="0"/>
          </a:p>
        </p:txBody>
      </p:sp>
      <p:sp>
        <p:nvSpPr>
          <p:cNvPr id="3" name="日期占位符 2"/>
          <p:cNvSpPr>
            <a:spLocks noGrp="1"/>
          </p:cNvSpPr>
          <p:nvPr>
            <p:ph type="dt" sz="half" idx="10"/>
            <p:custDataLst>
              <p:tags r:id="rId2"/>
            </p:custDataLst>
          </p:nvPr>
        </p:nvSpPr>
        <p:spPr/>
        <p:txBody>
          <a:bodyPr wrap="square">
            <a:normAutofit/>
          </a:bodyPr>
          <a:lstStyle>
            <a:lvl1pPr>
              <a:defRPr>
                <a:latin typeface="+mn-lt"/>
                <a:ea typeface="+mn-lt"/>
                <a:cs typeface="+mn-lt"/>
                <a:sym typeface="+mn-lt"/>
              </a:defRPr>
            </a:lvl1pPr>
          </a:lstStyle>
          <a:p>
            <a:r>
              <a:rPr lang="en-US"/>
              <a:t>Date Area</a:t>
            </a:r>
          </a:p>
        </p:txBody>
      </p:sp>
      <p:sp>
        <p:nvSpPr>
          <p:cNvPr id="4" name="页脚占位符 3"/>
          <p:cNvSpPr>
            <a:spLocks noGrp="1"/>
          </p:cNvSpPr>
          <p:nvPr>
            <p:ph type="ftr" sz="quarter" idx="11"/>
            <p:custDataLst>
              <p:tags r:id="rId3"/>
            </p:custDataLst>
          </p:nvPr>
        </p:nvSpPr>
        <p:spPr/>
        <p:txBody>
          <a:bodyPr/>
          <a:lstStyle/>
          <a:p>
            <a:endParaRPr lang="en-US"/>
          </a:p>
        </p:txBody>
      </p:sp>
      <p:sp>
        <p:nvSpPr>
          <p:cNvPr id="5" name="灯片编号占位符 4"/>
          <p:cNvSpPr>
            <a:spLocks noGrp="1"/>
          </p:cNvSpPr>
          <p:nvPr>
            <p:ph type="sldNum" sz="quarter" idx="12"/>
            <p:custDataLst>
              <p:tags r:id="rId4"/>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t>‹#›</a:t>
            </a:fld>
            <a:endParaRPr lang="en-US"/>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wrap="square">
            <a:normAutofit/>
          </a:bodyPr>
          <a:lstStyle>
            <a:lvl1pPr>
              <a:defRPr>
                <a:latin typeface="+mn-lt"/>
                <a:ea typeface="+mn-lt"/>
                <a:cs typeface="+mn-lt"/>
                <a:sym typeface="+mn-lt"/>
              </a:defRPr>
            </a:lvl1pPr>
          </a:lstStyle>
          <a:p>
            <a:r>
              <a:rPr lang="en-US"/>
              <a:t>Date Area</a:t>
            </a:r>
          </a:p>
        </p:txBody>
      </p:sp>
      <p:sp>
        <p:nvSpPr>
          <p:cNvPr id="3" name="页脚占位符 2"/>
          <p:cNvSpPr>
            <a:spLocks noGrp="1"/>
          </p:cNvSpPr>
          <p:nvPr>
            <p:ph type="ftr" sz="quarter" idx="11"/>
            <p:custDataLst>
              <p:tags r:id="rId2"/>
            </p:custDataLst>
          </p:nvPr>
        </p:nvSpPr>
        <p:spPr/>
        <p:txBody>
          <a:bodyPr/>
          <a:lstStyle/>
          <a:p>
            <a:endParaRPr lang="en-US"/>
          </a:p>
        </p:txBody>
      </p:sp>
      <p:sp>
        <p:nvSpPr>
          <p:cNvPr id="4" name="灯片编号占位符 3"/>
          <p:cNvSpPr>
            <a:spLocks noGrp="1"/>
          </p:cNvSpPr>
          <p:nvPr>
            <p:ph type="sldNum" sz="quarter" idx="12"/>
            <p:custDataLst>
              <p:tags r:id="rId3"/>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t>‹#›</a:t>
            </a:fld>
            <a:endParaRPr lang="en-US"/>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ontent Only">
    <p:spTree>
      <p:nvGrpSpPr>
        <p:cNvPr id="1" name=""/>
        <p:cNvGrpSpPr/>
        <p:nvPr/>
      </p:nvGrpSpPr>
      <p:grpSpPr>
        <a:xfrm>
          <a:off x="0" y="0"/>
          <a:ext cx="0" cy="0"/>
          <a:chOff x="0" y="0"/>
          <a:chExt cx="0" cy="0"/>
        </a:xfrm>
      </p:grpSpPr>
      <p:sp>
        <p:nvSpPr>
          <p:cNvPr id="3" name="内容占位符 1"/>
          <p:cNvSpPr>
            <a:spLocks noGrp="1"/>
          </p:cNvSpPr>
          <p:nvPr>
            <p:ph idx="1" hasCustomPrompt="1"/>
            <p:custDataLst>
              <p:tags r:id="rId1"/>
            </p:custDataLst>
          </p:nvPr>
        </p:nvSpPr>
        <p:spPr>
          <a:xfrm>
            <a:off x="695960" y="360045"/>
            <a:ext cx="10801985" cy="5817870"/>
          </a:xfrm>
        </p:spPr>
        <p:txBody>
          <a:bodyPr wrap="square">
            <a:normAutofit/>
          </a:bodyPr>
          <a:lstStyle>
            <a:lvl1pPr>
              <a:defRPr>
                <a:latin typeface="+mn-lt"/>
                <a:sym typeface="+mn-ea"/>
              </a:defRPr>
            </a:lvl1pPr>
            <a:lvl2pPr>
              <a:defRPr>
                <a:latin typeface="+mn-lt"/>
                <a:sym typeface="+mn-ea"/>
              </a:defRPr>
            </a:lvl2pPr>
            <a:lvl3pPr>
              <a:defRPr>
                <a:latin typeface="+mn-lt"/>
                <a:sym typeface="+mn-ea"/>
              </a:defRPr>
            </a:lvl3pPr>
            <a:lvl4pPr>
              <a:defRPr>
                <a:latin typeface="+mn-lt"/>
                <a:sym typeface="+mn-ea"/>
              </a:defRPr>
            </a:lvl4pPr>
            <a:lvl5pPr>
              <a:defRPr>
                <a:latin typeface="+mn-lt"/>
                <a:sym typeface="+mn-ea"/>
              </a:defRPr>
            </a:lvl5pPr>
          </a:lstStyle>
          <a:p>
            <a:pPr lvl="0"/>
            <a:r>
              <a:rPr lang="en-US" dirty="0">
                <a:latin typeface="+mn-lt"/>
              </a:rPr>
              <a:t>Click to add text</a:t>
            </a:r>
            <a:endParaRPr lang="en-US" dirty="0"/>
          </a:p>
        </p:txBody>
      </p:sp>
      <p:sp>
        <p:nvSpPr>
          <p:cNvPr id="4" name="日期占位符 2"/>
          <p:cNvSpPr>
            <a:spLocks noGrp="1"/>
          </p:cNvSpPr>
          <p:nvPr>
            <p:ph type="dt" sz="half" idx="10"/>
            <p:custDataLst>
              <p:tags r:id="rId2"/>
            </p:custDataLst>
          </p:nvPr>
        </p:nvSpPr>
        <p:spPr/>
        <p:txBody>
          <a:bodyPr wrap="square">
            <a:normAutofit/>
          </a:bodyPr>
          <a:lstStyle>
            <a:lvl1pPr>
              <a:defRPr>
                <a:latin typeface="+mn-lt"/>
                <a:ea typeface="+mn-lt"/>
                <a:cs typeface="+mn-lt"/>
                <a:sym typeface="+mn-lt"/>
              </a:defRPr>
            </a:lvl1pPr>
          </a:lstStyle>
          <a:p>
            <a:r>
              <a:rPr lang="en-US"/>
              <a:t>Date Area</a:t>
            </a:r>
          </a:p>
        </p:txBody>
      </p:sp>
      <p:sp>
        <p:nvSpPr>
          <p:cNvPr id="5" name="页脚占位符 3"/>
          <p:cNvSpPr>
            <a:spLocks noGrp="1"/>
          </p:cNvSpPr>
          <p:nvPr>
            <p:ph type="ftr" sz="quarter" idx="11"/>
            <p:custDataLst>
              <p:tags r:id="rId3"/>
            </p:custDataLst>
          </p:nvPr>
        </p:nvSpPr>
        <p:spPr/>
        <p:txBody>
          <a:bodyPr/>
          <a:lstStyle/>
          <a:p>
            <a:endParaRPr lang="en-US"/>
          </a:p>
        </p:txBody>
      </p:sp>
      <p:sp>
        <p:nvSpPr>
          <p:cNvPr id="6" name="灯片编号占位符 4"/>
          <p:cNvSpPr>
            <a:spLocks noGrp="1"/>
          </p:cNvSpPr>
          <p:nvPr>
            <p:ph type="sldNum" sz="quarter" idx="12"/>
            <p:custDataLst>
              <p:tags r:id="rId4"/>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t>‹#›</a:t>
            </a:fld>
            <a:endParaRPr lang="en-US"/>
          </a:p>
        </p:txBody>
      </p:sp>
      <p:sp>
        <p:nvSpPr>
          <p:cNvPr id="2" name="任意多边形: 形状 1" descr="preencoded.png"/>
          <p:cNvSpPr/>
          <p:nvPr userDrawn="1">
            <p:custDataLst>
              <p:tags r:id="rId5"/>
            </p:custDataLst>
          </p:nvPr>
        </p:nvSpPr>
        <p:spPr>
          <a:xfrm>
            <a:off x="46857" y="1"/>
            <a:ext cx="1045343" cy="361286"/>
          </a:xfrm>
          <a:custGeom>
            <a:avLst/>
            <a:gdLst>
              <a:gd name="connsiteX0" fmla="*/ 0 w 1799094"/>
              <a:gd name="connsiteY0" fmla="*/ 0 h 621793"/>
              <a:gd name="connsiteX1" fmla="*/ 1799094 w 1799094"/>
              <a:gd name="connsiteY1" fmla="*/ 0 h 621793"/>
              <a:gd name="connsiteX2" fmla="*/ 1773910 w 1799094"/>
              <a:gd name="connsiteY2" fmla="*/ 77363 h 621793"/>
              <a:gd name="connsiteX3" fmla="*/ 1568750 w 1799094"/>
              <a:gd name="connsiteY3" fmla="*/ 363481 h 621793"/>
              <a:gd name="connsiteX4" fmla="*/ 1261721 w 1799094"/>
              <a:gd name="connsiteY4" fmla="*/ 554659 h 621793"/>
              <a:gd name="connsiteX5" fmla="*/ 899547 w 1799094"/>
              <a:gd name="connsiteY5" fmla="*/ 621793 h 621793"/>
              <a:gd name="connsiteX6" fmla="*/ 537374 w 1799094"/>
              <a:gd name="connsiteY6" fmla="*/ 554659 h 621793"/>
              <a:gd name="connsiteX7" fmla="*/ 230338 w 1799094"/>
              <a:gd name="connsiteY7" fmla="*/ 363481 h 621793"/>
              <a:gd name="connsiteX8" fmla="*/ 25184 w 1799094"/>
              <a:gd name="connsiteY8" fmla="*/ 77363 h 621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9094" h="621793">
                <a:moveTo>
                  <a:pt x="0" y="0"/>
                </a:moveTo>
                <a:lnTo>
                  <a:pt x="1799094" y="0"/>
                </a:lnTo>
                <a:lnTo>
                  <a:pt x="1773910" y="77363"/>
                </a:lnTo>
                <a:cubicBezTo>
                  <a:pt x="1726349" y="184363"/>
                  <a:pt x="1656632" y="281586"/>
                  <a:pt x="1568750" y="363481"/>
                </a:cubicBezTo>
                <a:cubicBezTo>
                  <a:pt x="1480868" y="445376"/>
                  <a:pt x="1376547" y="510338"/>
                  <a:pt x="1261721" y="554659"/>
                </a:cubicBezTo>
                <a:cubicBezTo>
                  <a:pt x="1146898" y="598980"/>
                  <a:pt x="1023831" y="621793"/>
                  <a:pt x="899547" y="621793"/>
                </a:cubicBezTo>
                <a:cubicBezTo>
                  <a:pt x="775263" y="621793"/>
                  <a:pt x="652196" y="598980"/>
                  <a:pt x="537374" y="554659"/>
                </a:cubicBezTo>
                <a:cubicBezTo>
                  <a:pt x="422551" y="510338"/>
                  <a:pt x="318220" y="445376"/>
                  <a:pt x="230338" y="363481"/>
                </a:cubicBezTo>
                <a:cubicBezTo>
                  <a:pt x="142457" y="281587"/>
                  <a:pt x="72745" y="184363"/>
                  <a:pt x="25184" y="77363"/>
                </a:cubicBezTo>
                <a:close/>
              </a:path>
            </a:pathLst>
          </a:custGeom>
          <a:solidFill>
            <a:schemeClr val="accent2">
              <a:alpha val="20000"/>
            </a:schemeClr>
          </a:solidFill>
          <a:ln w="12682" cap="flat">
            <a:noFill/>
            <a:prstDash val="solid"/>
            <a:miter/>
          </a:ln>
        </p:spPr>
        <p:txBody>
          <a:bodyPr rtlCol="0" anchor="ctr"/>
          <a:lstStyle/>
          <a:p>
            <a:endParaRPr lang="en-US">
              <a:cs typeface="Arial" panose="020B0604020202020204" pitchFamily="34" charset="0"/>
            </a:endParaRPr>
          </a:p>
        </p:txBody>
      </p:sp>
      <p:sp>
        <p:nvSpPr>
          <p:cNvPr id="17" name="椭圆 16"/>
          <p:cNvSpPr/>
          <p:nvPr userDrawn="1">
            <p:custDataLst>
              <p:tags r:id="rId6"/>
            </p:custDataLst>
          </p:nvPr>
        </p:nvSpPr>
        <p:spPr>
          <a:xfrm>
            <a:off x="11435715" y="6181090"/>
            <a:ext cx="57150" cy="5715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8" name="椭圆 17"/>
          <p:cNvSpPr/>
          <p:nvPr userDrawn="1">
            <p:custDataLst>
              <p:tags r:id="rId7"/>
            </p:custDataLst>
          </p:nvPr>
        </p:nvSpPr>
        <p:spPr>
          <a:xfrm>
            <a:off x="11597005" y="6177915"/>
            <a:ext cx="57150" cy="5715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9" name="椭圆 18"/>
          <p:cNvSpPr/>
          <p:nvPr userDrawn="1">
            <p:custDataLst>
              <p:tags r:id="rId8"/>
            </p:custDataLst>
          </p:nvPr>
        </p:nvSpPr>
        <p:spPr>
          <a:xfrm>
            <a:off x="11758295" y="6184265"/>
            <a:ext cx="57150" cy="5715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4" name="椭圆 13"/>
          <p:cNvSpPr/>
          <p:nvPr userDrawn="1">
            <p:custDataLst>
              <p:tags r:id="rId9"/>
            </p:custDataLst>
          </p:nvPr>
        </p:nvSpPr>
        <p:spPr>
          <a:xfrm>
            <a:off x="11435715" y="6342380"/>
            <a:ext cx="57150" cy="5715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5" name="椭圆 14"/>
          <p:cNvSpPr/>
          <p:nvPr userDrawn="1">
            <p:custDataLst>
              <p:tags r:id="rId10"/>
            </p:custDataLst>
          </p:nvPr>
        </p:nvSpPr>
        <p:spPr>
          <a:xfrm>
            <a:off x="11597005" y="6339205"/>
            <a:ext cx="57150" cy="5715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6" name="椭圆 15"/>
          <p:cNvSpPr/>
          <p:nvPr userDrawn="1">
            <p:custDataLst>
              <p:tags r:id="rId11"/>
            </p:custDataLst>
          </p:nvPr>
        </p:nvSpPr>
        <p:spPr>
          <a:xfrm>
            <a:off x="11758295" y="6345555"/>
            <a:ext cx="57150" cy="5715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1" name="椭圆 10"/>
          <p:cNvSpPr/>
          <p:nvPr userDrawn="1">
            <p:custDataLst>
              <p:tags r:id="rId12"/>
            </p:custDataLst>
          </p:nvPr>
        </p:nvSpPr>
        <p:spPr>
          <a:xfrm>
            <a:off x="11435715" y="6503670"/>
            <a:ext cx="57150" cy="5715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2" name="椭圆 11"/>
          <p:cNvSpPr/>
          <p:nvPr userDrawn="1">
            <p:custDataLst>
              <p:tags r:id="rId13"/>
            </p:custDataLst>
          </p:nvPr>
        </p:nvSpPr>
        <p:spPr>
          <a:xfrm>
            <a:off x="11597005" y="6500495"/>
            <a:ext cx="57150" cy="5715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3" name="椭圆 12"/>
          <p:cNvSpPr/>
          <p:nvPr userDrawn="1">
            <p:custDataLst>
              <p:tags r:id="rId14"/>
            </p:custDataLst>
          </p:nvPr>
        </p:nvSpPr>
        <p:spPr>
          <a:xfrm>
            <a:off x="11758295" y="6506845"/>
            <a:ext cx="57150" cy="5715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694800" y="360000"/>
            <a:ext cx="10800000" cy="720000"/>
          </a:xfrm>
        </p:spPr>
        <p:txBody>
          <a:bodyPr wrap="square">
            <a:normAutofit/>
          </a:bodyPr>
          <a:lstStyle>
            <a:lvl1pPr>
              <a:defRPr>
                <a:latin typeface="+mj-lt"/>
                <a:sym typeface="+mj-ea"/>
              </a:defRPr>
            </a:lvl1pPr>
          </a:lstStyle>
          <a:p>
            <a:r>
              <a:rPr lang="en-US" dirty="0">
                <a:latin typeface="+mj-lt"/>
              </a:rPr>
              <a:t>Click to add title</a:t>
            </a:r>
            <a:endParaRPr lang="en-US" dirty="0"/>
          </a:p>
        </p:txBody>
      </p:sp>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atin typeface="+mj-lt"/>
                <a:sym typeface="+mn-ea"/>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r>
              <a:rPr lang="en-US" dirty="0">
                <a:latin typeface="+mj-lt"/>
              </a:rPr>
              <a:t>Click to add text</a:t>
            </a:r>
            <a:endParaRPr lang="en-US" dirty="0"/>
          </a:p>
        </p:txBody>
      </p:sp>
      <p:sp>
        <p:nvSpPr>
          <p:cNvPr id="7" name="日期占位符 3"/>
          <p:cNvSpPr>
            <a:spLocks noGrp="1"/>
          </p:cNvSpPr>
          <p:nvPr>
            <p:ph type="dt" sz="half" idx="10"/>
            <p:custDataLst>
              <p:tags r:id="rId3"/>
            </p:custDataLst>
          </p:nvPr>
        </p:nvSpPr>
        <p:spPr/>
        <p:txBody>
          <a:bodyPr wrap="square">
            <a:normAutofit/>
          </a:bodyPr>
          <a:lstStyle>
            <a:lvl1pPr>
              <a:defRPr>
                <a:latin typeface="+mn-lt"/>
                <a:ea typeface="+mn-lt"/>
                <a:cs typeface="+mn-lt"/>
                <a:sym typeface="+mn-lt"/>
              </a:defRPr>
            </a:lvl1pPr>
          </a:lstStyle>
          <a:p>
            <a:r>
              <a:rPr lang="en-US"/>
              <a:t>Date Area</a:t>
            </a:r>
          </a:p>
        </p:txBody>
      </p:sp>
      <p:sp>
        <p:nvSpPr>
          <p:cNvPr id="8" name="页脚占位符 4"/>
          <p:cNvSpPr>
            <a:spLocks noGrp="1"/>
          </p:cNvSpPr>
          <p:nvPr>
            <p:ph type="ftr" sz="quarter" idx="11"/>
            <p:custDataLst>
              <p:tags r:id="rId4"/>
            </p:custDataLst>
          </p:nvPr>
        </p:nvSpPr>
        <p:spPr/>
        <p:txBody>
          <a:bodyPr/>
          <a:lstStyle/>
          <a:p>
            <a:endParaRPr lang="en-US"/>
          </a:p>
        </p:txBody>
      </p:sp>
      <p:sp>
        <p:nvSpPr>
          <p:cNvPr id="9" name="灯片编号占位符 5"/>
          <p:cNvSpPr>
            <a:spLocks noGrp="1"/>
          </p:cNvSpPr>
          <p:nvPr>
            <p:ph type="sldNum" sz="quarter" idx="12"/>
            <p:custDataLst>
              <p:tags r:id="rId5"/>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t>‹#›</a:t>
            </a:fld>
            <a:endParaRPr lang="en-US"/>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3" name="Ellipse 37-2186&amp;742" descr="preencoded.png"/>
          <p:cNvSpPr/>
          <p:nvPr userDrawn="1">
            <p:custDataLst>
              <p:tags r:id="rId1"/>
            </p:custDataLst>
          </p:nvPr>
        </p:nvSpPr>
        <p:spPr>
          <a:xfrm>
            <a:off x="7388352" y="5979504"/>
            <a:ext cx="1892808" cy="878496"/>
          </a:xfrm>
          <a:custGeom>
            <a:avLst/>
            <a:gdLst>
              <a:gd name="connsiteX0" fmla="*/ 946404 w 1892808"/>
              <a:gd name="connsiteY0" fmla="*/ 878496 h 878496"/>
              <a:gd name="connsiteX1" fmla="*/ 0 w 1892808"/>
              <a:gd name="connsiteY1" fmla="*/ 878496 h 878496"/>
              <a:gd name="connsiteX2" fmla="*/ 72041 w 1892808"/>
              <a:gd name="connsiteY2" fmla="*/ 542310 h 878496"/>
              <a:gd name="connsiteX3" fmla="*/ 277195 w 1892808"/>
              <a:gd name="connsiteY3" fmla="*/ 257306 h 878496"/>
              <a:gd name="connsiteX4" fmla="*/ 584231 w 1892808"/>
              <a:gd name="connsiteY4" fmla="*/ 66872 h 878496"/>
              <a:gd name="connsiteX5" fmla="*/ 946404 w 1892808"/>
              <a:gd name="connsiteY5" fmla="*/ 0 h 878496"/>
              <a:gd name="connsiteX6" fmla="*/ 1308578 w 1892808"/>
              <a:gd name="connsiteY6" fmla="*/ 66872 h 878496"/>
              <a:gd name="connsiteX7" fmla="*/ 1615607 w 1892808"/>
              <a:gd name="connsiteY7" fmla="*/ 257306 h 878496"/>
              <a:gd name="connsiteX8" fmla="*/ 1820767 w 1892808"/>
              <a:gd name="connsiteY8" fmla="*/ 542310 h 878496"/>
              <a:gd name="connsiteX9" fmla="*/ 1892808 w 1892808"/>
              <a:gd name="connsiteY9" fmla="*/ 878496 h 87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2808" h="878496">
                <a:moveTo>
                  <a:pt x="946404" y="878496"/>
                </a:moveTo>
                <a:lnTo>
                  <a:pt x="0" y="878496"/>
                </a:lnTo>
                <a:cubicBezTo>
                  <a:pt x="0" y="763130"/>
                  <a:pt x="24479" y="648894"/>
                  <a:pt x="72041" y="542310"/>
                </a:cubicBezTo>
                <a:cubicBezTo>
                  <a:pt x="119602" y="435727"/>
                  <a:pt x="189314" y="338882"/>
                  <a:pt x="277195" y="257306"/>
                </a:cubicBezTo>
                <a:cubicBezTo>
                  <a:pt x="365077" y="175730"/>
                  <a:pt x="469408" y="111020"/>
                  <a:pt x="584231" y="66872"/>
                </a:cubicBezTo>
                <a:cubicBezTo>
                  <a:pt x="699053" y="22723"/>
                  <a:pt x="822120" y="0"/>
                  <a:pt x="946404" y="0"/>
                </a:cubicBezTo>
                <a:cubicBezTo>
                  <a:pt x="1070688" y="0"/>
                  <a:pt x="1193755" y="22723"/>
                  <a:pt x="1308578" y="66872"/>
                </a:cubicBezTo>
                <a:cubicBezTo>
                  <a:pt x="1423404" y="111020"/>
                  <a:pt x="1527725" y="175730"/>
                  <a:pt x="1615607" y="257306"/>
                </a:cubicBezTo>
                <a:cubicBezTo>
                  <a:pt x="1703489" y="338881"/>
                  <a:pt x="1773206" y="435727"/>
                  <a:pt x="1820767" y="542310"/>
                </a:cubicBezTo>
                <a:cubicBezTo>
                  <a:pt x="1868329" y="648894"/>
                  <a:pt x="1892808" y="763130"/>
                  <a:pt x="1892808" y="878496"/>
                </a:cubicBezTo>
                <a:close/>
              </a:path>
            </a:pathLst>
          </a:custGeom>
          <a:solidFill>
            <a:schemeClr val="accent2">
              <a:alpha val="18000"/>
            </a:schemeClr>
          </a:solidFill>
          <a:ln w="12682" cap="flat">
            <a:noFill/>
            <a:prstDash val="solid"/>
            <a:miter/>
          </a:ln>
        </p:spPr>
        <p:txBody>
          <a:bodyPr rtlCol="0" anchor="ctr"/>
          <a:lstStyle/>
          <a:p>
            <a:endParaRPr lang="en-US">
              <a:cs typeface="Arial" panose="020B0604020202020204" pitchFamily="34" charset="0"/>
            </a:endParaRPr>
          </a:p>
        </p:txBody>
      </p:sp>
      <p:sp>
        <p:nvSpPr>
          <p:cNvPr id="7" name="Rectangle 41649-2186&amp;734" descr="preencoded.png"/>
          <p:cNvSpPr/>
          <p:nvPr userDrawn="1">
            <p:custDataLst>
              <p:tags r:id="rId2"/>
            </p:custDataLst>
          </p:nvPr>
        </p:nvSpPr>
        <p:spPr>
          <a:xfrm>
            <a:off x="9625407" y="914400"/>
            <a:ext cx="2566593" cy="2615184"/>
          </a:xfrm>
          <a:custGeom>
            <a:avLst/>
            <a:gdLst>
              <a:gd name="connsiteX0" fmla="*/ 0 w 2566593"/>
              <a:gd name="connsiteY0" fmla="*/ 0 h 2615184"/>
              <a:gd name="connsiteX1" fmla="*/ 2566593 w 2566593"/>
              <a:gd name="connsiteY1" fmla="*/ 0 h 2615184"/>
              <a:gd name="connsiteX2" fmla="*/ 2566593 w 2566593"/>
              <a:gd name="connsiteY2" fmla="*/ 2615184 h 2615184"/>
              <a:gd name="connsiteX3" fmla="*/ 0 w 2566593"/>
              <a:gd name="connsiteY3" fmla="*/ 2615184 h 2615184"/>
            </a:gdLst>
            <a:ahLst/>
            <a:cxnLst>
              <a:cxn ang="0">
                <a:pos x="connsiteX0" y="connsiteY0"/>
              </a:cxn>
              <a:cxn ang="0">
                <a:pos x="connsiteX1" y="connsiteY1"/>
              </a:cxn>
              <a:cxn ang="0">
                <a:pos x="connsiteX2" y="connsiteY2"/>
              </a:cxn>
              <a:cxn ang="0">
                <a:pos x="connsiteX3" y="connsiteY3"/>
              </a:cxn>
            </a:cxnLst>
            <a:rect l="l" t="t" r="r" b="b"/>
            <a:pathLst>
              <a:path w="2566593" h="2615184">
                <a:moveTo>
                  <a:pt x="0" y="0"/>
                </a:moveTo>
                <a:lnTo>
                  <a:pt x="2566593" y="0"/>
                </a:lnTo>
                <a:lnTo>
                  <a:pt x="2566593" y="2615184"/>
                </a:lnTo>
                <a:lnTo>
                  <a:pt x="0" y="2615184"/>
                </a:lnTo>
                <a:close/>
              </a:path>
            </a:pathLst>
          </a:custGeom>
          <a:gradFill>
            <a:gsLst>
              <a:gs pos="19361">
                <a:schemeClr val="accent2"/>
              </a:gs>
              <a:gs pos="100000">
                <a:schemeClr val="accent3">
                  <a:lumMod val="20000"/>
                  <a:lumOff val="80000"/>
                  <a:alpha val="0"/>
                </a:schemeClr>
              </a:gs>
            </a:gsLst>
            <a:lin ang="0" scaled="1"/>
          </a:gradFill>
          <a:ln w="12682" cap="flat">
            <a:noFill/>
            <a:prstDash val="solid"/>
            <a:miter/>
          </a:ln>
        </p:spPr>
        <p:txBody>
          <a:bodyPr rtlCol="0" anchor="ctr"/>
          <a:lstStyle/>
          <a:p>
            <a:endParaRPr lang="en-US">
              <a:cs typeface="Arial" panose="020B0604020202020204" pitchFamily="34" charset="0"/>
            </a:endParaRPr>
          </a:p>
        </p:txBody>
      </p:sp>
      <p:sp>
        <p:nvSpPr>
          <p:cNvPr id="54" name="椭圆 53"/>
          <p:cNvSpPr/>
          <p:nvPr userDrawn="1">
            <p:custDataLst>
              <p:tags r:id="rId3"/>
            </p:custDataLst>
          </p:nvPr>
        </p:nvSpPr>
        <p:spPr>
          <a:xfrm>
            <a:off x="9775190" y="444373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5" name="椭圆 54"/>
          <p:cNvSpPr/>
          <p:nvPr userDrawn="1">
            <p:custDataLst>
              <p:tags r:id="rId4"/>
            </p:custDataLst>
          </p:nvPr>
        </p:nvSpPr>
        <p:spPr>
          <a:xfrm>
            <a:off x="10154285" y="443611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6" name="椭圆 55"/>
          <p:cNvSpPr/>
          <p:nvPr userDrawn="1">
            <p:custDataLst>
              <p:tags r:id="rId5"/>
            </p:custDataLst>
          </p:nvPr>
        </p:nvSpPr>
        <p:spPr>
          <a:xfrm>
            <a:off x="10533380" y="442849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7" name="椭圆 56"/>
          <p:cNvSpPr/>
          <p:nvPr userDrawn="1">
            <p:custDataLst>
              <p:tags r:id="rId6"/>
            </p:custDataLst>
          </p:nvPr>
        </p:nvSpPr>
        <p:spPr>
          <a:xfrm>
            <a:off x="10912475" y="443611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8" name="椭圆 57"/>
          <p:cNvSpPr/>
          <p:nvPr userDrawn="1">
            <p:custDataLst>
              <p:tags r:id="rId7"/>
            </p:custDataLst>
          </p:nvPr>
        </p:nvSpPr>
        <p:spPr>
          <a:xfrm>
            <a:off x="11291570" y="442849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9" name="椭圆 58"/>
          <p:cNvSpPr/>
          <p:nvPr userDrawn="1">
            <p:custDataLst>
              <p:tags r:id="rId8"/>
            </p:custDataLst>
          </p:nvPr>
        </p:nvSpPr>
        <p:spPr>
          <a:xfrm>
            <a:off x="11670665" y="444373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8" name="椭圆 47"/>
          <p:cNvSpPr/>
          <p:nvPr userDrawn="1">
            <p:custDataLst>
              <p:tags r:id="rId9"/>
            </p:custDataLst>
          </p:nvPr>
        </p:nvSpPr>
        <p:spPr>
          <a:xfrm>
            <a:off x="9775190" y="482282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9" name="椭圆 48"/>
          <p:cNvSpPr/>
          <p:nvPr userDrawn="1">
            <p:custDataLst>
              <p:tags r:id="rId10"/>
            </p:custDataLst>
          </p:nvPr>
        </p:nvSpPr>
        <p:spPr>
          <a:xfrm>
            <a:off x="10154285" y="481520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0" name="椭圆 49"/>
          <p:cNvSpPr/>
          <p:nvPr userDrawn="1">
            <p:custDataLst>
              <p:tags r:id="rId11"/>
            </p:custDataLst>
          </p:nvPr>
        </p:nvSpPr>
        <p:spPr>
          <a:xfrm>
            <a:off x="10533380" y="480758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1" name="椭圆 50"/>
          <p:cNvSpPr/>
          <p:nvPr userDrawn="1">
            <p:custDataLst>
              <p:tags r:id="rId12"/>
            </p:custDataLst>
          </p:nvPr>
        </p:nvSpPr>
        <p:spPr>
          <a:xfrm>
            <a:off x="10912475" y="481520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2" name="椭圆 51"/>
          <p:cNvSpPr/>
          <p:nvPr userDrawn="1">
            <p:custDataLst>
              <p:tags r:id="rId13"/>
            </p:custDataLst>
          </p:nvPr>
        </p:nvSpPr>
        <p:spPr>
          <a:xfrm>
            <a:off x="11291570" y="480758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3" name="椭圆 52"/>
          <p:cNvSpPr/>
          <p:nvPr userDrawn="1">
            <p:custDataLst>
              <p:tags r:id="rId14"/>
            </p:custDataLst>
          </p:nvPr>
        </p:nvSpPr>
        <p:spPr>
          <a:xfrm>
            <a:off x="11670665" y="482282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2" name="椭圆 41"/>
          <p:cNvSpPr/>
          <p:nvPr userDrawn="1">
            <p:custDataLst>
              <p:tags r:id="rId15"/>
            </p:custDataLst>
          </p:nvPr>
        </p:nvSpPr>
        <p:spPr>
          <a:xfrm>
            <a:off x="9775190" y="520192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3" name="椭圆 42"/>
          <p:cNvSpPr/>
          <p:nvPr userDrawn="1">
            <p:custDataLst>
              <p:tags r:id="rId16"/>
            </p:custDataLst>
          </p:nvPr>
        </p:nvSpPr>
        <p:spPr>
          <a:xfrm>
            <a:off x="10154285" y="519430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4" name="椭圆 43"/>
          <p:cNvSpPr/>
          <p:nvPr userDrawn="1">
            <p:custDataLst>
              <p:tags r:id="rId17"/>
            </p:custDataLst>
          </p:nvPr>
        </p:nvSpPr>
        <p:spPr>
          <a:xfrm>
            <a:off x="10533380" y="518668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5" name="椭圆 44"/>
          <p:cNvSpPr/>
          <p:nvPr userDrawn="1">
            <p:custDataLst>
              <p:tags r:id="rId18"/>
            </p:custDataLst>
          </p:nvPr>
        </p:nvSpPr>
        <p:spPr>
          <a:xfrm>
            <a:off x="10912475" y="519430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6" name="椭圆 45"/>
          <p:cNvSpPr/>
          <p:nvPr userDrawn="1">
            <p:custDataLst>
              <p:tags r:id="rId19"/>
            </p:custDataLst>
          </p:nvPr>
        </p:nvSpPr>
        <p:spPr>
          <a:xfrm>
            <a:off x="11291570" y="518668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7" name="椭圆 46"/>
          <p:cNvSpPr/>
          <p:nvPr userDrawn="1">
            <p:custDataLst>
              <p:tags r:id="rId20"/>
            </p:custDataLst>
          </p:nvPr>
        </p:nvSpPr>
        <p:spPr>
          <a:xfrm>
            <a:off x="11670665" y="520192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6" name="椭圆 35"/>
          <p:cNvSpPr/>
          <p:nvPr userDrawn="1">
            <p:custDataLst>
              <p:tags r:id="rId21"/>
            </p:custDataLst>
          </p:nvPr>
        </p:nvSpPr>
        <p:spPr>
          <a:xfrm>
            <a:off x="9775190" y="558101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7" name="椭圆 36"/>
          <p:cNvSpPr/>
          <p:nvPr userDrawn="1">
            <p:custDataLst>
              <p:tags r:id="rId22"/>
            </p:custDataLst>
          </p:nvPr>
        </p:nvSpPr>
        <p:spPr>
          <a:xfrm>
            <a:off x="10154285" y="557339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8" name="椭圆 37"/>
          <p:cNvSpPr/>
          <p:nvPr userDrawn="1">
            <p:custDataLst>
              <p:tags r:id="rId23"/>
            </p:custDataLst>
          </p:nvPr>
        </p:nvSpPr>
        <p:spPr>
          <a:xfrm>
            <a:off x="10533380" y="556577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9" name="椭圆 38"/>
          <p:cNvSpPr/>
          <p:nvPr userDrawn="1">
            <p:custDataLst>
              <p:tags r:id="rId24"/>
            </p:custDataLst>
          </p:nvPr>
        </p:nvSpPr>
        <p:spPr>
          <a:xfrm>
            <a:off x="10912475" y="557339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0" name="椭圆 39"/>
          <p:cNvSpPr/>
          <p:nvPr userDrawn="1">
            <p:custDataLst>
              <p:tags r:id="rId25"/>
            </p:custDataLst>
          </p:nvPr>
        </p:nvSpPr>
        <p:spPr>
          <a:xfrm>
            <a:off x="11291570" y="556577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1" name="椭圆 40"/>
          <p:cNvSpPr/>
          <p:nvPr userDrawn="1">
            <p:custDataLst>
              <p:tags r:id="rId26"/>
            </p:custDataLst>
          </p:nvPr>
        </p:nvSpPr>
        <p:spPr>
          <a:xfrm>
            <a:off x="11670665" y="558101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0" name="椭圆 29"/>
          <p:cNvSpPr/>
          <p:nvPr userDrawn="1">
            <p:custDataLst>
              <p:tags r:id="rId27"/>
            </p:custDataLst>
          </p:nvPr>
        </p:nvSpPr>
        <p:spPr>
          <a:xfrm>
            <a:off x="9775190" y="596011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1" name="椭圆 30"/>
          <p:cNvSpPr/>
          <p:nvPr userDrawn="1">
            <p:custDataLst>
              <p:tags r:id="rId28"/>
            </p:custDataLst>
          </p:nvPr>
        </p:nvSpPr>
        <p:spPr>
          <a:xfrm>
            <a:off x="10154285" y="595249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2" name="椭圆 31"/>
          <p:cNvSpPr/>
          <p:nvPr userDrawn="1">
            <p:custDataLst>
              <p:tags r:id="rId29"/>
            </p:custDataLst>
          </p:nvPr>
        </p:nvSpPr>
        <p:spPr>
          <a:xfrm>
            <a:off x="10533380" y="594487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3" name="椭圆 32"/>
          <p:cNvSpPr/>
          <p:nvPr userDrawn="1">
            <p:custDataLst>
              <p:tags r:id="rId30"/>
            </p:custDataLst>
          </p:nvPr>
        </p:nvSpPr>
        <p:spPr>
          <a:xfrm>
            <a:off x="10912475" y="595249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4" name="椭圆 33"/>
          <p:cNvSpPr/>
          <p:nvPr userDrawn="1">
            <p:custDataLst>
              <p:tags r:id="rId31"/>
            </p:custDataLst>
          </p:nvPr>
        </p:nvSpPr>
        <p:spPr>
          <a:xfrm>
            <a:off x="11291570" y="594487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5" name="椭圆 34"/>
          <p:cNvSpPr/>
          <p:nvPr userDrawn="1">
            <p:custDataLst>
              <p:tags r:id="rId32"/>
            </p:custDataLst>
          </p:nvPr>
        </p:nvSpPr>
        <p:spPr>
          <a:xfrm>
            <a:off x="11670665" y="596011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3" name="椭圆 22"/>
          <p:cNvSpPr/>
          <p:nvPr userDrawn="1">
            <p:custDataLst>
              <p:tags r:id="rId33"/>
            </p:custDataLst>
          </p:nvPr>
        </p:nvSpPr>
        <p:spPr>
          <a:xfrm>
            <a:off x="9775190" y="633920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5" name="椭圆 24"/>
          <p:cNvSpPr/>
          <p:nvPr userDrawn="1">
            <p:custDataLst>
              <p:tags r:id="rId34"/>
            </p:custDataLst>
          </p:nvPr>
        </p:nvSpPr>
        <p:spPr>
          <a:xfrm>
            <a:off x="10154285" y="633158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6" name="椭圆 25"/>
          <p:cNvSpPr/>
          <p:nvPr userDrawn="1">
            <p:custDataLst>
              <p:tags r:id="rId35"/>
            </p:custDataLst>
          </p:nvPr>
        </p:nvSpPr>
        <p:spPr>
          <a:xfrm>
            <a:off x="10533380" y="632396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7" name="椭圆 26"/>
          <p:cNvSpPr/>
          <p:nvPr userDrawn="1">
            <p:custDataLst>
              <p:tags r:id="rId36"/>
            </p:custDataLst>
          </p:nvPr>
        </p:nvSpPr>
        <p:spPr>
          <a:xfrm>
            <a:off x="10912475" y="633158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8" name="椭圆 27"/>
          <p:cNvSpPr/>
          <p:nvPr userDrawn="1">
            <p:custDataLst>
              <p:tags r:id="rId37"/>
            </p:custDataLst>
          </p:nvPr>
        </p:nvSpPr>
        <p:spPr>
          <a:xfrm>
            <a:off x="11291570" y="632396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9" name="椭圆 28"/>
          <p:cNvSpPr/>
          <p:nvPr userDrawn="1">
            <p:custDataLst>
              <p:tags r:id="rId38"/>
            </p:custDataLst>
          </p:nvPr>
        </p:nvSpPr>
        <p:spPr>
          <a:xfrm>
            <a:off x="11670665" y="633920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72" name="椭圆 71"/>
          <p:cNvSpPr/>
          <p:nvPr userDrawn="1">
            <p:custDataLst>
              <p:tags r:id="rId39"/>
            </p:custDataLst>
          </p:nvPr>
        </p:nvSpPr>
        <p:spPr>
          <a:xfrm>
            <a:off x="290195" y="27940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73" name="椭圆 72"/>
          <p:cNvSpPr/>
          <p:nvPr userDrawn="1">
            <p:custDataLst>
              <p:tags r:id="rId40"/>
            </p:custDataLst>
          </p:nvPr>
        </p:nvSpPr>
        <p:spPr>
          <a:xfrm>
            <a:off x="669290" y="28702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74" name="椭圆 73"/>
          <p:cNvSpPr/>
          <p:nvPr userDrawn="1">
            <p:custDataLst>
              <p:tags r:id="rId41"/>
            </p:custDataLst>
          </p:nvPr>
        </p:nvSpPr>
        <p:spPr>
          <a:xfrm>
            <a:off x="1048385" y="27940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75" name="椭圆 74"/>
          <p:cNvSpPr/>
          <p:nvPr userDrawn="1">
            <p:custDataLst>
              <p:tags r:id="rId42"/>
            </p:custDataLst>
          </p:nvPr>
        </p:nvSpPr>
        <p:spPr>
          <a:xfrm>
            <a:off x="1427480" y="29464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68" name="椭圆 67"/>
          <p:cNvSpPr/>
          <p:nvPr userDrawn="1">
            <p:custDataLst>
              <p:tags r:id="rId43"/>
            </p:custDataLst>
          </p:nvPr>
        </p:nvSpPr>
        <p:spPr>
          <a:xfrm>
            <a:off x="290195" y="65849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69" name="椭圆 68"/>
          <p:cNvSpPr/>
          <p:nvPr userDrawn="1">
            <p:custDataLst>
              <p:tags r:id="rId44"/>
            </p:custDataLst>
          </p:nvPr>
        </p:nvSpPr>
        <p:spPr>
          <a:xfrm>
            <a:off x="669290" y="66611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70" name="椭圆 69"/>
          <p:cNvSpPr/>
          <p:nvPr userDrawn="1">
            <p:custDataLst>
              <p:tags r:id="rId45"/>
            </p:custDataLst>
          </p:nvPr>
        </p:nvSpPr>
        <p:spPr>
          <a:xfrm>
            <a:off x="1048385" y="65849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71" name="椭圆 70"/>
          <p:cNvSpPr/>
          <p:nvPr userDrawn="1">
            <p:custDataLst>
              <p:tags r:id="rId46"/>
            </p:custDataLst>
          </p:nvPr>
        </p:nvSpPr>
        <p:spPr>
          <a:xfrm>
            <a:off x="1427480" y="67373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64" name="椭圆 63"/>
          <p:cNvSpPr/>
          <p:nvPr userDrawn="1">
            <p:custDataLst>
              <p:tags r:id="rId47"/>
            </p:custDataLst>
          </p:nvPr>
        </p:nvSpPr>
        <p:spPr>
          <a:xfrm>
            <a:off x="290195" y="103759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65" name="椭圆 64"/>
          <p:cNvSpPr/>
          <p:nvPr userDrawn="1">
            <p:custDataLst>
              <p:tags r:id="rId48"/>
            </p:custDataLst>
          </p:nvPr>
        </p:nvSpPr>
        <p:spPr>
          <a:xfrm>
            <a:off x="669290" y="104521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66" name="椭圆 65"/>
          <p:cNvSpPr/>
          <p:nvPr userDrawn="1">
            <p:custDataLst>
              <p:tags r:id="rId49"/>
            </p:custDataLst>
          </p:nvPr>
        </p:nvSpPr>
        <p:spPr>
          <a:xfrm>
            <a:off x="1048385" y="103759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67" name="椭圆 66"/>
          <p:cNvSpPr/>
          <p:nvPr userDrawn="1">
            <p:custDataLst>
              <p:tags r:id="rId50"/>
            </p:custDataLst>
          </p:nvPr>
        </p:nvSpPr>
        <p:spPr>
          <a:xfrm>
            <a:off x="1427480" y="105283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 name="标题 1"/>
          <p:cNvSpPr>
            <a:spLocks noGrp="1"/>
          </p:cNvSpPr>
          <p:nvPr>
            <p:ph type="ctrTitle" hasCustomPrompt="1"/>
            <p:custDataLst>
              <p:tags r:id="rId51"/>
            </p:custDataLst>
          </p:nvPr>
        </p:nvSpPr>
        <p:spPr>
          <a:xfrm>
            <a:off x="1183004" y="1256030"/>
            <a:ext cx="6032065" cy="2276170"/>
          </a:xfrm>
        </p:spPr>
        <p:txBody>
          <a:bodyPr wrap="square" anchor="b">
            <a:normAutofit/>
          </a:bodyPr>
          <a:lstStyle>
            <a:lvl1pPr algn="l">
              <a:lnSpc>
                <a:spcPct val="100000"/>
              </a:lnSpc>
              <a:defRPr sz="5800">
                <a:latin typeface="+mj-lt"/>
                <a:sym typeface="+mj-ea"/>
              </a:defRPr>
            </a:lvl1pPr>
          </a:lstStyle>
          <a:p>
            <a:r>
              <a:rPr lang="en-US" dirty="0">
                <a:latin typeface="+mj-lt"/>
              </a:rPr>
              <a:t>Click to add title</a:t>
            </a:r>
            <a:endParaRPr lang="en-US" dirty="0"/>
          </a:p>
        </p:txBody>
      </p:sp>
      <p:sp>
        <p:nvSpPr>
          <p:cNvPr id="4" name="日期占位符 3"/>
          <p:cNvSpPr>
            <a:spLocks noGrp="1"/>
          </p:cNvSpPr>
          <p:nvPr>
            <p:ph type="dt" sz="half" idx="10"/>
            <p:custDataLst>
              <p:tags r:id="rId52"/>
            </p:custDataLst>
          </p:nvPr>
        </p:nvSpPr>
        <p:spPr/>
        <p:txBody>
          <a:bodyPr wrap="square">
            <a:normAutofit/>
          </a:bodyPr>
          <a:lstStyle>
            <a:lvl1pPr>
              <a:defRPr>
                <a:latin typeface="+mn-lt"/>
                <a:ea typeface="+mn-lt"/>
                <a:cs typeface="+mn-lt"/>
                <a:sym typeface="+mn-lt"/>
              </a:defRPr>
            </a:lvl1pPr>
          </a:lstStyle>
          <a:p>
            <a:r>
              <a:rPr lang="en-US"/>
              <a:t>Date Area</a:t>
            </a:r>
          </a:p>
        </p:txBody>
      </p:sp>
      <p:sp>
        <p:nvSpPr>
          <p:cNvPr id="5" name="页脚占位符 4"/>
          <p:cNvSpPr>
            <a:spLocks noGrp="1"/>
          </p:cNvSpPr>
          <p:nvPr>
            <p:ph type="ftr" sz="quarter" idx="11"/>
            <p:custDataLst>
              <p:tags r:id="rId53"/>
            </p:custDataLst>
          </p:nvPr>
        </p:nvSpPr>
        <p:spPr/>
        <p:txBody>
          <a:bodyPr/>
          <a:lstStyle/>
          <a:p>
            <a:endParaRPr lang="en-US"/>
          </a:p>
        </p:txBody>
      </p:sp>
      <p:sp>
        <p:nvSpPr>
          <p:cNvPr id="6" name="灯片编号占位符 5"/>
          <p:cNvSpPr>
            <a:spLocks noGrp="1"/>
          </p:cNvSpPr>
          <p:nvPr>
            <p:ph type="sldNum" sz="quarter" idx="12"/>
            <p:custDataLst>
              <p:tags r:id="rId54"/>
            </p:custDataLst>
          </p:nvPr>
        </p:nvSpPr>
        <p:spPr>
          <a:xfrm>
            <a:off x="8610600" y="6356350"/>
            <a:ext cx="2743200" cy="365125"/>
          </a:xfrm>
        </p:spPr>
        <p:txBody>
          <a:bodyPr wrap="square">
            <a:normAutofit/>
          </a:bodyPr>
          <a:lstStyle>
            <a:lvl1pPr>
              <a:defRPr>
                <a:latin typeface="+mn-lt"/>
                <a:ea typeface="+mn-lt"/>
                <a:cs typeface="+mn-lt"/>
                <a:sym typeface="+mn-lt"/>
              </a:defRPr>
            </a:lvl1pPr>
          </a:lstStyle>
          <a:p>
            <a:fld id="{BE5F26B5-172A-4DC2-B0B7-181CFC56B87C}" type="slidenum">
              <a:rPr lang="en-US" smtClean="0"/>
              <a:t>‹#›</a:t>
            </a:fld>
            <a:endParaRPr lang="en-US"/>
          </a:p>
        </p:txBody>
      </p:sp>
      <p:sp>
        <p:nvSpPr>
          <p:cNvPr id="24" name="署名占位符 10"/>
          <p:cNvSpPr>
            <a:spLocks noGrp="1"/>
          </p:cNvSpPr>
          <p:nvPr>
            <p:ph type="body" sz="quarter" idx="17" hasCustomPrompt="1"/>
            <p:custDataLst>
              <p:tags r:id="rId55"/>
            </p:custDataLst>
          </p:nvPr>
        </p:nvSpPr>
        <p:spPr>
          <a:xfrm>
            <a:off x="1183004" y="3871785"/>
            <a:ext cx="6032064" cy="504000"/>
          </a:xfrm>
        </p:spPr>
        <p:txBody>
          <a:bodyPr wrap="square" anchor="ctr">
            <a:normAutofit/>
          </a:bodyPr>
          <a:lstStyle>
            <a:lvl1pPr marL="0" indent="0" algn="l">
              <a:lnSpc>
                <a:spcPct val="100000"/>
              </a:lnSpc>
              <a:buNone/>
              <a:defRPr sz="2000">
                <a:solidFill>
                  <a:schemeClr val="tx1">
                    <a:lumMod val="75000"/>
                    <a:lumOff val="25000"/>
                  </a:schemeClr>
                </a:solidFill>
                <a:latin typeface="+mn-lt"/>
                <a:sym typeface="+mn-ea"/>
              </a:defRPr>
            </a:lvl1pPr>
          </a:lstStyle>
          <a:p>
            <a:pPr lvl="0"/>
            <a:r>
              <a:rPr lang="en-US" dirty="0">
                <a:latin typeface="+mn-lt"/>
              </a:rPr>
              <a:t>Click to add text</a:t>
            </a:r>
            <a:endParaRPr lang="en-US" dirty="0"/>
          </a:p>
        </p:txBody>
      </p:sp>
      <p:sp>
        <p:nvSpPr>
          <p:cNvPr id="8" name="任意多边形: 形状 7" descr="preencoded.png"/>
          <p:cNvSpPr/>
          <p:nvPr userDrawn="1">
            <p:custDataLst>
              <p:tags r:id="rId56"/>
            </p:custDataLst>
          </p:nvPr>
        </p:nvSpPr>
        <p:spPr>
          <a:xfrm>
            <a:off x="1" y="0"/>
            <a:ext cx="2095873" cy="914400"/>
          </a:xfrm>
          <a:custGeom>
            <a:avLst/>
            <a:gdLst>
              <a:gd name="connsiteX0" fmla="*/ 0 w 2095873"/>
              <a:gd name="connsiteY0" fmla="*/ 0 h 914400"/>
              <a:gd name="connsiteX1" fmla="*/ 2095873 w 2095873"/>
              <a:gd name="connsiteY1" fmla="*/ 0 h 914400"/>
              <a:gd name="connsiteX2" fmla="*/ 2042749 w 2095873"/>
              <a:gd name="connsiteY2" fmla="*/ 112323 h 914400"/>
              <a:gd name="connsiteX3" fmla="*/ 1777581 w 2095873"/>
              <a:gd name="connsiteY3" fmla="*/ 469891 h 914400"/>
              <a:gd name="connsiteX4" fmla="*/ 1285340 w 2095873"/>
              <a:gd name="connsiteY4" fmla="*/ 798876 h 914400"/>
              <a:gd name="connsiteX5" fmla="*/ 704689 w 2095873"/>
              <a:gd name="connsiteY5" fmla="*/ 914400 h 914400"/>
              <a:gd name="connsiteX6" fmla="*/ 124042 w 2095873"/>
              <a:gd name="connsiteY6" fmla="*/ 798876 h 914400"/>
              <a:gd name="connsiteX7" fmla="*/ 0 w 2095873"/>
              <a:gd name="connsiteY7" fmla="*/ 740186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5873" h="914400">
                <a:moveTo>
                  <a:pt x="0" y="0"/>
                </a:moveTo>
                <a:lnTo>
                  <a:pt x="2095873" y="0"/>
                </a:lnTo>
                <a:lnTo>
                  <a:pt x="2042749" y="112323"/>
                </a:lnTo>
                <a:cubicBezTo>
                  <a:pt x="1972540" y="243663"/>
                  <a:pt x="1883256" y="364196"/>
                  <a:pt x="1777581" y="469891"/>
                </a:cubicBezTo>
                <a:cubicBezTo>
                  <a:pt x="1636694" y="610818"/>
                  <a:pt x="1469423" y="722607"/>
                  <a:pt x="1285340" y="798876"/>
                </a:cubicBezTo>
                <a:cubicBezTo>
                  <a:pt x="1101249" y="875144"/>
                  <a:pt x="903945" y="914400"/>
                  <a:pt x="704689" y="914400"/>
                </a:cubicBezTo>
                <a:cubicBezTo>
                  <a:pt x="505434" y="914400"/>
                  <a:pt x="308130" y="875144"/>
                  <a:pt x="124042" y="798876"/>
                </a:cubicBezTo>
                <a:lnTo>
                  <a:pt x="0" y="740186"/>
                </a:lnTo>
                <a:close/>
              </a:path>
            </a:pathLst>
          </a:custGeom>
          <a:solidFill>
            <a:schemeClr val="accent2">
              <a:alpha val="20000"/>
            </a:schemeClr>
          </a:solidFill>
          <a:ln w="12682" cap="flat">
            <a:noFill/>
            <a:prstDash val="solid"/>
            <a:miter/>
          </a:ln>
        </p:spPr>
        <p:txBody>
          <a:bodyPr rtlCol="0" anchor="ctr"/>
          <a:lstStyle/>
          <a:p>
            <a:endParaRPr lang="en-US">
              <a:cs typeface="Arial" panose="020B0604020202020204" pitchFamily="34" charset="0"/>
            </a:endParaRPr>
          </a:p>
        </p:txBody>
      </p:sp>
    </p:spTree>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t>01-Oct-26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timing>
    <p:tnLst>
      <p:par>
        <p:cTn id="1" dur="indefinite" restart="never" nodeType="tmRoot"/>
      </p:par>
    </p:tnLst>
  </p:timing>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18" Type="http://schemas.openxmlformats.org/officeDocument/2006/relationships/tags" Target="../tags/tag5.xml"/><Relationship Id="rId26" Type="http://schemas.openxmlformats.org/officeDocument/2006/relationships/tags" Target="../tags/tag13.xml"/><Relationship Id="rId3" Type="http://schemas.openxmlformats.org/officeDocument/2006/relationships/slideLayout" Target="../slideLayouts/slideLayout15.xml"/><Relationship Id="rId21" Type="http://schemas.openxmlformats.org/officeDocument/2006/relationships/tags" Target="../tags/tag8.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ags" Target="../tags/tag4.xml"/><Relationship Id="rId25" Type="http://schemas.openxmlformats.org/officeDocument/2006/relationships/tags" Target="../tags/tag12.xml"/><Relationship Id="rId2" Type="http://schemas.openxmlformats.org/officeDocument/2006/relationships/slideLayout" Target="../slideLayouts/slideLayout14.xml"/><Relationship Id="rId16" Type="http://schemas.openxmlformats.org/officeDocument/2006/relationships/tags" Target="../tags/tag3.xml"/><Relationship Id="rId20" Type="http://schemas.openxmlformats.org/officeDocument/2006/relationships/tags" Target="../tags/tag7.xml"/><Relationship Id="rId29" Type="http://schemas.openxmlformats.org/officeDocument/2006/relationships/tags" Target="../tags/tag16.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tags" Target="../tags/tag11.xml"/><Relationship Id="rId5" Type="http://schemas.openxmlformats.org/officeDocument/2006/relationships/slideLayout" Target="../slideLayouts/slideLayout17.xml"/><Relationship Id="rId15" Type="http://schemas.openxmlformats.org/officeDocument/2006/relationships/tags" Target="../tags/tag2.xml"/><Relationship Id="rId23" Type="http://schemas.openxmlformats.org/officeDocument/2006/relationships/tags" Target="../tags/tag10.xml"/><Relationship Id="rId28" Type="http://schemas.openxmlformats.org/officeDocument/2006/relationships/tags" Target="../tags/tag15.xml"/><Relationship Id="rId10" Type="http://schemas.openxmlformats.org/officeDocument/2006/relationships/slideLayout" Target="../slideLayouts/slideLayout22.xml"/><Relationship Id="rId19" Type="http://schemas.openxmlformats.org/officeDocument/2006/relationships/tags" Target="../tags/tag6.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ags" Target="../tags/tag1.xml"/><Relationship Id="rId22" Type="http://schemas.openxmlformats.org/officeDocument/2006/relationships/tags" Target="../tags/tag9.xml"/><Relationship Id="rId27" Type="http://schemas.openxmlformats.org/officeDocument/2006/relationships/tags" Target="../tags/tag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 name="Group 1"/>
          <p:cNvGrpSpPr/>
          <p:nvPr userDrawn="1"/>
        </p:nvGrpSpPr>
        <p:grpSpPr>
          <a:xfrm>
            <a:off x="-13447" y="6019834"/>
            <a:ext cx="12205447" cy="858261"/>
            <a:chOff x="-13447" y="6019834"/>
            <a:chExt cx="12205447" cy="858261"/>
          </a:xfrm>
        </p:grpSpPr>
        <p:sp>
          <p:nvSpPr>
            <p:cNvPr id="8" name="Rectangle 7"/>
            <p:cNvSpPr/>
            <p:nvPr userDrawn="1"/>
          </p:nvSpPr>
          <p:spPr>
            <a:xfrm>
              <a:off x="-13447" y="6334780"/>
              <a:ext cx="12205447" cy="523220"/>
            </a:xfrm>
            <a:prstGeom prst="rect">
              <a:avLst/>
            </a:prstGeom>
            <a:gradFill flip="none" rotWithShape="1">
              <a:gsLst>
                <a:gs pos="0">
                  <a:srgbClr val="004071">
                    <a:shade val="30000"/>
                    <a:satMod val="115000"/>
                  </a:srgbClr>
                </a:gs>
                <a:gs pos="50000">
                  <a:srgbClr val="004071">
                    <a:shade val="67500"/>
                    <a:satMod val="115000"/>
                  </a:srgbClr>
                </a:gs>
                <a:gs pos="100000">
                  <a:srgbClr val="004071">
                    <a:shade val="100000"/>
                    <a:satMod val="115000"/>
                  </a:srgbClr>
                </a:gs>
              </a:gsLst>
              <a:lin ang="2700000" scaled="1"/>
              <a:tileRect/>
            </a:gradFill>
            <a:ln>
              <a:solidFill>
                <a:srgbClr val="0040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pic>
          <p:nvPicPr>
            <p:cNvPr id="9" name="Picture 8"/>
            <p:cNvPicPr>
              <a:picLocks noChangeAspect="1"/>
            </p:cNvPicPr>
            <p:nvPr userDrawn="1"/>
          </p:nvPicPr>
          <p:blipFill>
            <a:blip r:embed="rId14"/>
            <a:stretch>
              <a:fillRect/>
            </a:stretch>
          </p:blipFill>
          <p:spPr>
            <a:xfrm>
              <a:off x="346635" y="6019834"/>
              <a:ext cx="872565" cy="858261"/>
            </a:xfrm>
            <a:prstGeom prst="rect">
              <a:avLst/>
            </a:prstGeom>
          </p:spPr>
        </p:pic>
        <p:sp>
          <p:nvSpPr>
            <p:cNvPr id="10" name="TextBox 9"/>
            <p:cNvSpPr txBox="1"/>
            <p:nvPr userDrawn="1"/>
          </p:nvSpPr>
          <p:spPr>
            <a:xfrm>
              <a:off x="1219200" y="6365557"/>
              <a:ext cx="3543719"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x-none" sz="1200" b="0" dirty="0">
                  <a:solidFill>
                    <a:schemeClr val="bg1"/>
                  </a:solidFill>
                </a:rPr>
                <a:t>FACULTY OF COMPUTING</a:t>
              </a:r>
            </a:p>
            <a:p>
              <a:pPr marL="0" marR="0" lvl="0" indent="0" algn="l" defTabSz="914400" rtl="0" eaLnBrk="1" fontAlgn="auto" latinLnBrk="0" hangingPunct="1">
                <a:lnSpc>
                  <a:spcPct val="100000"/>
                </a:lnSpc>
                <a:spcBef>
                  <a:spcPts val="0"/>
                </a:spcBef>
                <a:spcAft>
                  <a:spcPts val="0"/>
                </a:spcAft>
                <a:buClrTx/>
                <a:buSzTx/>
                <a:buFontTx/>
                <a:buNone/>
                <a:defRPr/>
              </a:pPr>
              <a:r>
                <a:rPr lang="x-none" sz="1200" b="0" dirty="0">
                  <a:solidFill>
                    <a:schemeClr val="bg1"/>
                  </a:solidFill>
                </a:rPr>
                <a:t>SABARAGAMUWA UNIVERSITY OF SRI LANKA</a:t>
              </a:r>
            </a:p>
          </p:txBody>
        </p:sp>
        <p:sp>
          <p:nvSpPr>
            <p:cNvPr id="12" name="TextBox 11"/>
            <p:cNvSpPr txBox="1"/>
            <p:nvPr userDrawn="1"/>
          </p:nvSpPr>
          <p:spPr>
            <a:xfrm>
              <a:off x="7811664" y="6365557"/>
              <a:ext cx="2870200" cy="460375"/>
            </a:xfrm>
            <a:prstGeom prst="rect">
              <a:avLst/>
            </a:prstGeom>
            <a:noFill/>
          </p:spPr>
          <p:txBody>
            <a:bodyPr wrap="none" rtlCol="0">
              <a:spAutoFit/>
            </a:bodyPr>
            <a:lstStyle/>
            <a:p>
              <a:r>
                <a:rPr lang="x-none" sz="1200" b="0" dirty="0">
                  <a:solidFill>
                    <a:schemeClr val="bg1"/>
                  </a:solidFill>
                </a:rPr>
                <a:t>DEFENSE : </a:t>
              </a:r>
            </a:p>
            <a:p>
              <a:r>
                <a:rPr lang="x-none" sz="1200" b="0" dirty="0">
                  <a:solidFill>
                    <a:schemeClr val="bg1"/>
                  </a:solidFill>
                </a:rPr>
                <a:t>DEPARTMENT OF SOFTWARE ENGINEERING</a:t>
              </a:r>
            </a:p>
          </p:txBody>
        </p:sp>
      </p:grpSp>
      <p:sp>
        <p:nvSpPr>
          <p:cNvPr id="13" name="Rectangle 12"/>
          <p:cNvSpPr/>
          <p:nvPr userDrawn="1"/>
        </p:nvSpPr>
        <p:spPr>
          <a:xfrm>
            <a:off x="-13448" y="-12700"/>
            <a:ext cx="12205447" cy="1104900"/>
          </a:xfrm>
          <a:prstGeom prst="rect">
            <a:avLst/>
          </a:prstGeom>
          <a:gradFill flip="none" rotWithShape="1">
            <a:gsLst>
              <a:gs pos="0">
                <a:srgbClr val="004071">
                  <a:shade val="30000"/>
                  <a:satMod val="115000"/>
                </a:srgbClr>
              </a:gs>
              <a:gs pos="50000">
                <a:srgbClr val="004071">
                  <a:shade val="67500"/>
                  <a:satMod val="115000"/>
                </a:srgbClr>
              </a:gs>
              <a:gs pos="100000">
                <a:srgbClr val="004071">
                  <a:shade val="100000"/>
                  <a:satMod val="115000"/>
                </a:srgbClr>
              </a:gs>
            </a:gsLst>
            <a:lin ang="2700000" scaled="1"/>
            <a:tileRect/>
          </a:gradFill>
          <a:ln>
            <a:solidFill>
              <a:srgbClr val="0040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3" name="TextBox 2"/>
          <p:cNvSpPr txBox="1"/>
          <p:nvPr userDrawn="1"/>
        </p:nvSpPr>
        <p:spPr>
          <a:xfrm>
            <a:off x="5466873" y="6380945"/>
            <a:ext cx="1640840" cy="460375"/>
          </a:xfrm>
          <a:prstGeom prst="rect">
            <a:avLst/>
          </a:prstGeom>
          <a:noFill/>
        </p:spPr>
        <p:txBody>
          <a:bodyPr wrap="none" rtlCol="0">
            <a:spAutoFit/>
          </a:bodyPr>
          <a:lstStyle/>
          <a:p>
            <a:pPr algn="ctr"/>
            <a:r>
              <a:rPr lang="en-US" sz="1200" b="1" dirty="0">
                <a:solidFill>
                  <a:schemeClr val="bg1"/>
                </a:solidFill>
              </a:rPr>
              <a:t>COMMUNITY</a:t>
            </a:r>
            <a:r>
              <a:rPr lang="x-none" sz="1200" b="1">
                <a:solidFill>
                  <a:schemeClr val="bg1"/>
                </a:solidFill>
              </a:rPr>
              <a:t> </a:t>
            </a:r>
            <a:r>
              <a:rPr lang="x-none" sz="1200" b="1" dirty="0">
                <a:solidFill>
                  <a:schemeClr val="bg1"/>
                </a:solidFill>
              </a:rPr>
              <a:t>PROJECT </a:t>
            </a:r>
          </a:p>
          <a:p>
            <a:pPr algn="ctr"/>
            <a:r>
              <a:rPr lang="x-none" sz="1200" b="1">
                <a:solidFill>
                  <a:schemeClr val="bg1"/>
                </a:solidFill>
              </a:rPr>
              <a:t>SE</a:t>
            </a:r>
            <a:r>
              <a:rPr lang="en-US" sz="1200" b="1" dirty="0">
                <a:solidFill>
                  <a:schemeClr val="bg1"/>
                </a:solidFill>
              </a:rPr>
              <a:t>6</a:t>
            </a:r>
            <a:r>
              <a:rPr lang="x-none" sz="1200" b="1">
                <a:solidFill>
                  <a:schemeClr val="bg1"/>
                </a:solidFill>
              </a:rPr>
              <a:t>10</a:t>
            </a:r>
            <a:r>
              <a:rPr lang="en-US" sz="1200" b="1" dirty="0">
                <a:solidFill>
                  <a:schemeClr val="bg1"/>
                </a:solidFill>
              </a:rPr>
              <a:t>1</a:t>
            </a:r>
            <a:endParaRPr lang="x-none" sz="1200" b="1"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95960" y="360000"/>
            <a:ext cx="10800000" cy="720000"/>
          </a:xfrm>
          <a:prstGeom prst="rect">
            <a:avLst/>
          </a:prstGeom>
        </p:spPr>
        <p:txBody>
          <a:bodyPr vert="horz" wrap="square" lIns="0" tIns="0" rIns="0" bIns="0" rtlCol="0" anchor="b">
            <a:normAutofit/>
          </a:bodyPr>
          <a:lstStyle/>
          <a:p>
            <a:r>
              <a:rPr lang="en-US">
                <a:latin typeface="+mj-lt"/>
              </a:rPr>
              <a:t>Click to add title</a:t>
            </a:r>
            <a:endParaRPr lang="en-US"/>
          </a:p>
        </p:txBody>
      </p:sp>
      <p:sp>
        <p:nvSpPr>
          <p:cNvPr id="3" name="文本占位符 2"/>
          <p:cNvSpPr>
            <a:spLocks noGrp="1"/>
          </p:cNvSpPr>
          <p:nvPr>
            <p:ph type="body" idx="1"/>
            <p:custDataLst>
              <p:tags r:id="rId15"/>
            </p:custDataLst>
          </p:nvPr>
        </p:nvSpPr>
        <p:spPr>
          <a:xfrm>
            <a:off x="695960" y="1301749"/>
            <a:ext cx="108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4" name="日期占位符 3"/>
          <p:cNvSpPr>
            <a:spLocks noGrp="1"/>
          </p:cNvSpPr>
          <p:nvPr>
            <p:ph type="dt" sz="half" idx="2"/>
            <p:custDataLst>
              <p:tags r:id="rId16"/>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1pPr>
          </a:lstStyle>
          <a:p>
            <a:r>
              <a:rPr lang="en-US"/>
              <a:t>Date Area</a:t>
            </a:r>
          </a:p>
        </p:txBody>
      </p:sp>
      <p:sp>
        <p:nvSpPr>
          <p:cNvPr id="5" name="页脚占位符 4"/>
          <p:cNvSpPr>
            <a:spLocks noGrp="1"/>
          </p:cNvSpPr>
          <p:nvPr>
            <p:ph type="ftr" sz="quarter" idx="3"/>
            <p:custDataLst>
              <p:tags r:id="rId1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1pPr>
          </a:lstStyle>
          <a:p>
            <a:endParaRPr lang="en-US" dirty="0"/>
          </a:p>
        </p:txBody>
      </p:sp>
      <p:sp>
        <p:nvSpPr>
          <p:cNvPr id="6" name="灯片编号占位符 5"/>
          <p:cNvSpPr>
            <a:spLocks noGrp="1"/>
          </p:cNvSpPr>
          <p:nvPr>
            <p:ph type="sldNum" sz="quarter" idx="4"/>
            <p:custDataLst>
              <p:tags r:id="rId18"/>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1pPr>
          </a:lstStyle>
          <a:p>
            <a:fld id="{BE5F26B5-172A-4DC2-B0B7-181CFC56B87C}" type="slidenum">
              <a:rPr lang="en-US" smtClean="0"/>
              <a:t>‹#›</a:t>
            </a:fld>
            <a:endParaRPr lang="en-US"/>
          </a:p>
        </p:txBody>
      </p:sp>
      <p:sp>
        <p:nvSpPr>
          <p:cNvPr id="26" name="任意多边形: 形状 25" descr="preencoded.png"/>
          <p:cNvSpPr/>
          <p:nvPr>
            <p:custDataLst>
              <p:tags r:id="rId19"/>
            </p:custDataLst>
          </p:nvPr>
        </p:nvSpPr>
        <p:spPr>
          <a:xfrm>
            <a:off x="46857" y="0"/>
            <a:ext cx="1799094" cy="621793"/>
          </a:xfrm>
          <a:custGeom>
            <a:avLst/>
            <a:gdLst>
              <a:gd name="connsiteX0" fmla="*/ 0 w 1799094"/>
              <a:gd name="connsiteY0" fmla="*/ 0 h 621793"/>
              <a:gd name="connsiteX1" fmla="*/ 1799094 w 1799094"/>
              <a:gd name="connsiteY1" fmla="*/ 0 h 621793"/>
              <a:gd name="connsiteX2" fmla="*/ 1773910 w 1799094"/>
              <a:gd name="connsiteY2" fmla="*/ 77363 h 621793"/>
              <a:gd name="connsiteX3" fmla="*/ 1568750 w 1799094"/>
              <a:gd name="connsiteY3" fmla="*/ 363481 h 621793"/>
              <a:gd name="connsiteX4" fmla="*/ 1261721 w 1799094"/>
              <a:gd name="connsiteY4" fmla="*/ 554659 h 621793"/>
              <a:gd name="connsiteX5" fmla="*/ 899547 w 1799094"/>
              <a:gd name="connsiteY5" fmla="*/ 621793 h 621793"/>
              <a:gd name="connsiteX6" fmla="*/ 537374 w 1799094"/>
              <a:gd name="connsiteY6" fmla="*/ 554659 h 621793"/>
              <a:gd name="connsiteX7" fmla="*/ 230338 w 1799094"/>
              <a:gd name="connsiteY7" fmla="*/ 363481 h 621793"/>
              <a:gd name="connsiteX8" fmla="*/ 25184 w 1799094"/>
              <a:gd name="connsiteY8" fmla="*/ 77363 h 621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9094" h="621793">
                <a:moveTo>
                  <a:pt x="0" y="0"/>
                </a:moveTo>
                <a:lnTo>
                  <a:pt x="1799094" y="0"/>
                </a:lnTo>
                <a:lnTo>
                  <a:pt x="1773910" y="77363"/>
                </a:lnTo>
                <a:cubicBezTo>
                  <a:pt x="1726349" y="184363"/>
                  <a:pt x="1656632" y="281586"/>
                  <a:pt x="1568750" y="363481"/>
                </a:cubicBezTo>
                <a:cubicBezTo>
                  <a:pt x="1480868" y="445376"/>
                  <a:pt x="1376547" y="510338"/>
                  <a:pt x="1261721" y="554659"/>
                </a:cubicBezTo>
                <a:cubicBezTo>
                  <a:pt x="1146898" y="598980"/>
                  <a:pt x="1023831" y="621793"/>
                  <a:pt x="899547" y="621793"/>
                </a:cubicBezTo>
                <a:cubicBezTo>
                  <a:pt x="775263" y="621793"/>
                  <a:pt x="652196" y="598980"/>
                  <a:pt x="537374" y="554659"/>
                </a:cubicBezTo>
                <a:cubicBezTo>
                  <a:pt x="422551" y="510338"/>
                  <a:pt x="318220" y="445376"/>
                  <a:pt x="230338" y="363481"/>
                </a:cubicBezTo>
                <a:cubicBezTo>
                  <a:pt x="142457" y="281587"/>
                  <a:pt x="72745" y="184363"/>
                  <a:pt x="25184" y="77363"/>
                </a:cubicBezTo>
                <a:close/>
              </a:path>
            </a:pathLst>
          </a:custGeom>
          <a:solidFill>
            <a:schemeClr val="accent2">
              <a:alpha val="20000"/>
            </a:schemeClr>
          </a:solidFill>
          <a:ln w="12682" cap="flat">
            <a:noFill/>
            <a:prstDash val="solid"/>
            <a:miter/>
          </a:ln>
        </p:spPr>
        <p:txBody>
          <a:bodyPr rtlCol="0" anchor="ctr"/>
          <a:lstStyle/>
          <a:p>
            <a:endParaRPr lang="en-US">
              <a:latin typeface="Arial" panose="020B0604020202020204" pitchFamily="34" charset="0"/>
              <a:ea typeface="Arial" panose="020B0604020202020204" pitchFamily="34" charset="0"/>
              <a:cs typeface="Arial" panose="020B0604020202020204" pitchFamily="34" charset="0"/>
            </a:endParaRPr>
          </a:p>
        </p:txBody>
      </p:sp>
      <p:sp>
        <p:nvSpPr>
          <p:cNvPr id="21" name="椭圆 20"/>
          <p:cNvSpPr/>
          <p:nvPr>
            <p:custDataLst>
              <p:tags r:id="rId20"/>
            </p:custDataLst>
          </p:nvPr>
        </p:nvSpPr>
        <p:spPr>
          <a:xfrm>
            <a:off x="10922635" y="566356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ea typeface="Arial" panose="020B0604020202020204" pitchFamily="34" charset="0"/>
              <a:cs typeface="Arial" panose="020B0604020202020204" pitchFamily="34" charset="0"/>
            </a:endParaRPr>
          </a:p>
        </p:txBody>
      </p:sp>
      <p:sp>
        <p:nvSpPr>
          <p:cNvPr id="22" name="椭圆 21"/>
          <p:cNvSpPr/>
          <p:nvPr>
            <p:custDataLst>
              <p:tags r:id="rId21"/>
            </p:custDataLst>
          </p:nvPr>
        </p:nvSpPr>
        <p:spPr>
          <a:xfrm>
            <a:off x="11301730" y="565594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ea typeface="Arial" panose="020B0604020202020204" pitchFamily="34" charset="0"/>
              <a:cs typeface="Arial" panose="020B0604020202020204" pitchFamily="34" charset="0"/>
            </a:endParaRPr>
          </a:p>
        </p:txBody>
      </p:sp>
      <p:sp>
        <p:nvSpPr>
          <p:cNvPr id="23" name="椭圆 22"/>
          <p:cNvSpPr/>
          <p:nvPr>
            <p:custDataLst>
              <p:tags r:id="rId22"/>
            </p:custDataLst>
          </p:nvPr>
        </p:nvSpPr>
        <p:spPr>
          <a:xfrm>
            <a:off x="11680825" y="567118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ea typeface="Arial" panose="020B0604020202020204" pitchFamily="34" charset="0"/>
              <a:cs typeface="Arial" panose="020B0604020202020204" pitchFamily="34" charset="0"/>
            </a:endParaRPr>
          </a:p>
        </p:txBody>
      </p:sp>
      <p:sp>
        <p:nvSpPr>
          <p:cNvPr id="18" name="椭圆 17"/>
          <p:cNvSpPr/>
          <p:nvPr>
            <p:custDataLst>
              <p:tags r:id="rId23"/>
            </p:custDataLst>
          </p:nvPr>
        </p:nvSpPr>
        <p:spPr>
          <a:xfrm>
            <a:off x="10922635" y="604266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ea typeface="Arial" panose="020B0604020202020204" pitchFamily="34" charset="0"/>
              <a:cs typeface="Arial" panose="020B0604020202020204" pitchFamily="34" charset="0"/>
            </a:endParaRPr>
          </a:p>
        </p:txBody>
      </p:sp>
      <p:sp>
        <p:nvSpPr>
          <p:cNvPr id="19" name="椭圆 18"/>
          <p:cNvSpPr/>
          <p:nvPr>
            <p:custDataLst>
              <p:tags r:id="rId24"/>
            </p:custDataLst>
          </p:nvPr>
        </p:nvSpPr>
        <p:spPr>
          <a:xfrm>
            <a:off x="11301730" y="603504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ea typeface="Arial" panose="020B0604020202020204" pitchFamily="34" charset="0"/>
              <a:cs typeface="Arial" panose="020B0604020202020204" pitchFamily="34" charset="0"/>
            </a:endParaRPr>
          </a:p>
        </p:txBody>
      </p:sp>
      <p:sp>
        <p:nvSpPr>
          <p:cNvPr id="20" name="椭圆 19"/>
          <p:cNvSpPr/>
          <p:nvPr>
            <p:custDataLst>
              <p:tags r:id="rId25"/>
            </p:custDataLst>
          </p:nvPr>
        </p:nvSpPr>
        <p:spPr>
          <a:xfrm>
            <a:off x="11680825" y="605028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ea typeface="Arial" panose="020B0604020202020204" pitchFamily="34" charset="0"/>
              <a:cs typeface="Arial" panose="020B0604020202020204" pitchFamily="34" charset="0"/>
            </a:endParaRPr>
          </a:p>
        </p:txBody>
      </p:sp>
      <p:sp>
        <p:nvSpPr>
          <p:cNvPr id="15" name="椭圆 14"/>
          <p:cNvSpPr/>
          <p:nvPr>
            <p:custDataLst>
              <p:tags r:id="rId26"/>
            </p:custDataLst>
          </p:nvPr>
        </p:nvSpPr>
        <p:spPr>
          <a:xfrm>
            <a:off x="10922635" y="642175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ea typeface="Arial" panose="020B0604020202020204" pitchFamily="34" charset="0"/>
              <a:cs typeface="Arial" panose="020B0604020202020204" pitchFamily="34" charset="0"/>
            </a:endParaRPr>
          </a:p>
        </p:txBody>
      </p:sp>
      <p:sp>
        <p:nvSpPr>
          <p:cNvPr id="16" name="椭圆 15"/>
          <p:cNvSpPr/>
          <p:nvPr>
            <p:custDataLst>
              <p:tags r:id="rId27"/>
            </p:custDataLst>
          </p:nvPr>
        </p:nvSpPr>
        <p:spPr>
          <a:xfrm>
            <a:off x="11301730" y="641413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ea typeface="Arial" panose="020B0604020202020204" pitchFamily="34" charset="0"/>
              <a:cs typeface="Arial" panose="020B0604020202020204" pitchFamily="34" charset="0"/>
            </a:endParaRPr>
          </a:p>
        </p:txBody>
      </p:sp>
      <p:sp>
        <p:nvSpPr>
          <p:cNvPr id="17" name="椭圆 16"/>
          <p:cNvSpPr/>
          <p:nvPr>
            <p:custDataLst>
              <p:tags r:id="rId28"/>
            </p:custDataLst>
          </p:nvPr>
        </p:nvSpPr>
        <p:spPr>
          <a:xfrm>
            <a:off x="11680825" y="642937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ea typeface="Arial" panose="020B0604020202020204" pitchFamily="34" charset="0"/>
              <a:cs typeface="Arial" panose="020B0604020202020204" pitchFamily="34" charset="0"/>
            </a:endParaRPr>
          </a:p>
        </p:txBody>
      </p:sp>
      <p:sp>
        <p:nvSpPr>
          <p:cNvPr id="8" name="KSO_TEMPLATE" hidden="1"/>
          <p:cNvSpPr/>
          <p:nvPr userDrawn="1">
            <p:custDataLst>
              <p:tags r:id="rId2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algn="l" defTabSz="914400" rtl="0" eaLnBrk="1" latinLnBrk="0" hangingPunct="1">
        <a:lnSpc>
          <a:spcPct val="100000"/>
        </a:lnSpc>
        <a:spcBef>
          <a:spcPct val="0"/>
        </a:spcBef>
        <a:buNone/>
        <a:defRPr sz="3200" b="1" kern="1200">
          <a:solidFill>
            <a:schemeClr val="accent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ea"/>
          <a:ea typeface="+mn-ea"/>
          <a:cs typeface="+mn-ea"/>
          <a:sym typeface="+mn-ea"/>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ea"/>
          <a:ea typeface="+mn-ea"/>
          <a:cs typeface="+mn-ea"/>
          <a:sym typeface="+mn-ea"/>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n-ea"/>
          <a:sym typeface="+mn-ea"/>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n-ea"/>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tags" Target="../tags/tag255.xml"/><Relationship Id="rId7" Type="http://schemas.openxmlformats.org/officeDocument/2006/relationships/tags" Target="../tags/tag259.xml"/><Relationship Id="rId2" Type="http://schemas.openxmlformats.org/officeDocument/2006/relationships/tags" Target="../tags/tag254.xml"/><Relationship Id="rId1" Type="http://schemas.openxmlformats.org/officeDocument/2006/relationships/tags" Target="../tags/tag253.xml"/><Relationship Id="rId6" Type="http://schemas.openxmlformats.org/officeDocument/2006/relationships/tags" Target="../tags/tag258.xml"/><Relationship Id="rId5" Type="http://schemas.openxmlformats.org/officeDocument/2006/relationships/tags" Target="../tags/tag257.xml"/><Relationship Id="rId10" Type="http://schemas.openxmlformats.org/officeDocument/2006/relationships/image" Target="../media/image2.png"/><Relationship Id="rId4" Type="http://schemas.openxmlformats.org/officeDocument/2006/relationships/tags" Target="../tags/tag256.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tags" Target="../tags/tag262.xml"/><Relationship Id="rId2" Type="http://schemas.openxmlformats.org/officeDocument/2006/relationships/tags" Target="../tags/tag261.xml"/><Relationship Id="rId1" Type="http://schemas.openxmlformats.org/officeDocument/2006/relationships/tags" Target="../tags/tag260.xml"/><Relationship Id="rId6" Type="http://schemas.openxmlformats.org/officeDocument/2006/relationships/notesSlide" Target="../notesSlides/notesSlide2.xml"/><Relationship Id="rId5" Type="http://schemas.openxmlformats.org/officeDocument/2006/relationships/slideLayout" Target="../slideLayouts/slideLayout24.xml"/><Relationship Id="rId4" Type="http://schemas.openxmlformats.org/officeDocument/2006/relationships/tags" Target="../tags/tag26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65.xml"/><Relationship Id="rId1" Type="http://schemas.openxmlformats.org/officeDocument/2006/relationships/tags" Target="../tags/tag26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67.xml"/><Relationship Id="rId1" Type="http://schemas.openxmlformats.org/officeDocument/2006/relationships/tags" Target="../tags/tag266.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69.xml"/><Relationship Id="rId1" Type="http://schemas.openxmlformats.org/officeDocument/2006/relationships/tags" Target="../tags/tag268.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71.xml"/><Relationship Id="rId1" Type="http://schemas.openxmlformats.org/officeDocument/2006/relationships/tags" Target="../tags/tag270.xml"/><Relationship Id="rId5"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73.xml"/><Relationship Id="rId1" Type="http://schemas.openxmlformats.org/officeDocument/2006/relationships/tags" Target="../tags/tag27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75.xml"/><Relationship Id="rId1" Type="http://schemas.openxmlformats.org/officeDocument/2006/relationships/tags" Target="../tags/tag274.xml"/><Relationship Id="rId5"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77.xml"/><Relationship Id="rId1" Type="http://schemas.openxmlformats.org/officeDocument/2006/relationships/tags" Target="../tags/tag276.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79.xml"/><Relationship Id="rId1" Type="http://schemas.openxmlformats.org/officeDocument/2006/relationships/tags" Target="../tags/tag278.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81.xml"/><Relationship Id="rId1" Type="http://schemas.openxmlformats.org/officeDocument/2006/relationships/tags" Target="../tags/tag280.xml"/><Relationship Id="rId5"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83.xml"/><Relationship Id="rId1" Type="http://schemas.openxmlformats.org/officeDocument/2006/relationships/tags" Target="../tags/tag28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85.xml"/><Relationship Id="rId1" Type="http://schemas.openxmlformats.org/officeDocument/2006/relationships/tags" Target="../tags/tag28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87.xml"/><Relationship Id="rId1" Type="http://schemas.openxmlformats.org/officeDocument/2006/relationships/tags" Target="../tags/tag286.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tags" Target="../tags/tag288.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ext Placeholder 14"/>
          <p:cNvSpPr>
            <a:spLocks noGrp="1"/>
          </p:cNvSpPr>
          <p:nvPr>
            <p:ph type="body" sz="quarter" idx="17"/>
            <p:custDataLst>
              <p:tags r:id="rId2"/>
            </p:custDataLst>
          </p:nvPr>
        </p:nvSpPr>
        <p:spPr>
          <a:xfrm>
            <a:off x="694944" y="1417320"/>
            <a:ext cx="10789920" cy="2651760"/>
          </a:xfrm>
        </p:spPr>
        <p:txBody>
          <a:bodyPr wrap="square" anchor="ctr">
            <a:noAutofit/>
          </a:bodyPr>
          <a:lstStyle/>
          <a:p>
            <a:pPr algn="ctr"/>
            <a:r>
              <a:rPr lang="en-US" sz="3200" b="1" dirty="0">
                <a:latin typeface="Times New Roman" panose="02020603050405020304" charset="0"/>
                <a:cs typeface="Times New Roman" panose="02020603050405020304" charset="0"/>
              </a:rPr>
              <a:t>Sentiment Analysis of McDonald’s Customer Reviews: A Comparative Study of Classical Machine Learning, Transformer and Lexicon-Based Methods with a Deployed Intelligence Platform</a:t>
            </a:r>
          </a:p>
        </p:txBody>
      </p:sp>
      <p:sp>
        <p:nvSpPr>
          <p:cNvPr id="3" name="Rectangle 2"/>
          <p:cNvSpPr/>
          <p:nvPr userDrawn="1">
            <p:custDataLst>
              <p:tags r:id="rId3"/>
            </p:custDataLst>
          </p:nvPr>
        </p:nvSpPr>
        <p:spPr>
          <a:xfrm>
            <a:off x="-13447" y="6334780"/>
            <a:ext cx="12205447" cy="52322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solidFill>
                <a:schemeClr val="bg1"/>
              </a:solidFill>
            </a:endParaRPr>
          </a:p>
        </p:txBody>
      </p:sp>
      <p:sp>
        <p:nvSpPr>
          <p:cNvPr id="6" name="TextBox 5"/>
          <p:cNvSpPr txBox="1"/>
          <p:nvPr userDrawn="1">
            <p:custDataLst>
              <p:tags r:id="rId4"/>
            </p:custDataLst>
          </p:nvPr>
        </p:nvSpPr>
        <p:spPr>
          <a:xfrm>
            <a:off x="8367395" y="6471285"/>
            <a:ext cx="3676015" cy="306070"/>
          </a:xfrm>
          <a:prstGeom prst="rect">
            <a:avLst/>
          </a:prstGeom>
          <a:noFill/>
        </p:spPr>
        <p:txBody>
          <a:bodyPr wrap="square" rtlCol="0"/>
          <a:lstStyle/>
          <a:p>
            <a:pPr algn="ctr"/>
            <a:r>
              <a:rPr lang="en-US" sz="1400" b="1" dirty="0">
                <a:solidFill>
                  <a:schemeClr val="bg1"/>
                </a:solidFill>
                <a:latin typeface="Times New Roman" panose="02020603050405020304" charset="0"/>
                <a:cs typeface="Times New Roman" panose="02020603050405020304" charset="0"/>
              </a:rPr>
              <a:t>Capstone Project  in Data Science </a:t>
            </a:r>
            <a:r>
              <a:rPr lang="en-US" sz="1400" b="1" dirty="0">
                <a:solidFill>
                  <a:schemeClr val="bg1"/>
                </a:solidFill>
                <a:latin typeface="Times New Roman" panose="02020603050405020304" charset="0"/>
                <a:cs typeface="Times New Roman" panose="02020603050405020304" charset="0"/>
                <a:sym typeface="+mn-ea"/>
              </a:rPr>
              <a:t>II</a:t>
            </a:r>
            <a:r>
              <a:rPr lang="en-US" sz="1400" b="1" dirty="0">
                <a:solidFill>
                  <a:schemeClr val="bg1"/>
                </a:solidFill>
                <a:latin typeface="Times New Roman" panose="02020603050405020304" charset="0"/>
                <a:cs typeface="Times New Roman" panose="02020603050405020304" charset="0"/>
              </a:rPr>
              <a:t> -</a:t>
            </a:r>
            <a:r>
              <a:rPr lang="en-US" altLang="en-US" sz="1400" b="1" dirty="0">
                <a:solidFill>
                  <a:schemeClr val="bg1"/>
                </a:solidFill>
                <a:latin typeface="Times New Roman" panose="02020603050405020304" charset="0"/>
                <a:cs typeface="Times New Roman" panose="02020603050405020304" charset="0"/>
              </a:rPr>
              <a:t>DS4105</a:t>
            </a:r>
            <a:endParaRPr lang="en-US" sz="1400" b="1" dirty="0">
              <a:solidFill>
                <a:schemeClr val="bg1"/>
              </a:solidFill>
              <a:latin typeface="Times New Roman" panose="02020603050405020304" charset="0"/>
              <a:cs typeface="Times New Roman" panose="02020603050405020304" charset="0"/>
            </a:endParaRPr>
          </a:p>
        </p:txBody>
      </p:sp>
      <p:sp>
        <p:nvSpPr>
          <p:cNvPr id="7" name="TextBox 6"/>
          <p:cNvSpPr txBox="1"/>
          <p:nvPr userDrawn="1">
            <p:custDataLst>
              <p:tags r:id="rId5"/>
            </p:custDataLst>
          </p:nvPr>
        </p:nvSpPr>
        <p:spPr>
          <a:xfrm>
            <a:off x="86766" y="6471524"/>
            <a:ext cx="4185285" cy="306705"/>
          </a:xfrm>
          <a:prstGeom prst="rect">
            <a:avLst/>
          </a:prstGeom>
          <a:noFill/>
        </p:spPr>
        <p:txBody>
          <a:bodyPr wrap="square" rtlCol="0">
            <a:normAutofit/>
          </a:bodyPr>
          <a:lstStyle/>
          <a:p>
            <a:r>
              <a:rPr lang="x-none" sz="1400" b="1" dirty="0">
                <a:solidFill>
                  <a:schemeClr val="bg1"/>
                </a:solidFill>
                <a:latin typeface="Times New Roman" panose="02020603050405020304" charset="0"/>
                <a:cs typeface="Times New Roman" panose="02020603050405020304" charset="0"/>
              </a:rPr>
              <a:t>D</a:t>
            </a:r>
            <a:r>
              <a:rPr lang="en-US" altLang="x-none" sz="1400" b="1" dirty="0">
                <a:solidFill>
                  <a:schemeClr val="bg1"/>
                </a:solidFill>
                <a:latin typeface="Times New Roman" panose="02020603050405020304" charset="0"/>
                <a:cs typeface="Times New Roman" panose="02020603050405020304" charset="0"/>
              </a:rPr>
              <a:t>epartment of</a:t>
            </a:r>
            <a:r>
              <a:rPr lang="x-none" sz="1400" b="1" dirty="0">
                <a:solidFill>
                  <a:schemeClr val="bg1"/>
                </a:solidFill>
                <a:latin typeface="Times New Roman" panose="02020603050405020304" charset="0"/>
                <a:cs typeface="Times New Roman" panose="02020603050405020304" charset="0"/>
              </a:rPr>
              <a:t> </a:t>
            </a:r>
            <a:r>
              <a:rPr lang="en-US" altLang="x-none" sz="1400" b="1" dirty="0">
                <a:solidFill>
                  <a:schemeClr val="bg1"/>
                </a:solidFill>
                <a:latin typeface="Times New Roman" panose="02020603050405020304" charset="0"/>
                <a:cs typeface="Times New Roman" panose="02020603050405020304" charset="0"/>
              </a:rPr>
              <a:t>Data Science, Faculty of Computing</a:t>
            </a:r>
          </a:p>
        </p:txBody>
      </p:sp>
      <p:sp>
        <p:nvSpPr>
          <p:cNvPr id="10" name="Rectangle 3"/>
          <p:cNvSpPr txBox="1">
            <a:spLocks noChangeArrowheads="1"/>
          </p:cNvSpPr>
          <p:nvPr>
            <p:custDataLst>
              <p:tags r:id="rId6"/>
            </p:custDataLst>
          </p:nvPr>
        </p:nvSpPr>
        <p:spPr>
          <a:xfrm>
            <a:off x="91440" y="4526280"/>
            <a:ext cx="10515600" cy="17373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50000"/>
              </a:spcBef>
              <a:buNone/>
            </a:pPr>
            <a:r>
              <a:rPr lang="en-US" altLang="en-US" sz="2400" dirty="0">
                <a:solidFill>
                  <a:schemeClr val="tx1"/>
                </a:solidFill>
                <a:latin typeface="Times New Roman" panose="02020603050405020304" charset="0"/>
                <a:cs typeface="Times New Roman" panose="02020603050405020304" charset="0"/>
              </a:rPr>
              <a:t>Index no: 22CDS0412</a:t>
            </a:r>
          </a:p>
          <a:p>
            <a:pPr marL="0" indent="0">
              <a:spcBef>
                <a:spcPct val="50000"/>
              </a:spcBef>
              <a:buNone/>
            </a:pPr>
            <a:r>
              <a:rPr lang="en-US" altLang="en-US" sz="2400" dirty="0">
                <a:solidFill>
                  <a:schemeClr val="tx1"/>
                </a:solidFill>
                <a:latin typeface="Times New Roman" panose="02020603050405020304" charset="0"/>
                <a:cs typeface="Times New Roman" panose="02020603050405020304" charset="0"/>
              </a:rPr>
              <a:t>Name: Pooja Anbalagan</a:t>
            </a:r>
          </a:p>
          <a:p>
            <a:pPr marL="0" indent="0">
              <a:spcBef>
                <a:spcPct val="50000"/>
              </a:spcBef>
              <a:buNone/>
            </a:pPr>
            <a:r>
              <a:rPr lang="en-US" altLang="en-US" sz="2400" dirty="0">
                <a:solidFill>
                  <a:schemeClr val="tx1"/>
                </a:solidFill>
                <a:latin typeface="Times New Roman" panose="02020603050405020304" charset="0"/>
                <a:cs typeface="Times New Roman" panose="02020603050405020304" charset="0"/>
              </a:rPr>
              <a:t>Internal Supervisor: Ms. Sweshthika Sureshkumar</a:t>
            </a:r>
          </a:p>
          <a:p>
            <a:pPr>
              <a:spcBef>
                <a:spcPct val="50000"/>
              </a:spcBef>
            </a:pPr>
            <a:endParaRPr lang="en-US" altLang="en-US" sz="2400" dirty="0">
              <a:solidFill>
                <a:schemeClr val="tx1"/>
              </a:solidFill>
              <a:latin typeface="Times New Roman" panose="02020603050405020304" charset="0"/>
              <a:cs typeface="Times New Roman" panose="02020603050405020304" charset="0"/>
            </a:endParaRPr>
          </a:p>
          <a:p>
            <a:pPr>
              <a:spcBef>
                <a:spcPct val="50000"/>
              </a:spcBef>
            </a:pPr>
            <a:endParaRPr lang="en-US" altLang="en-US" sz="2400" dirty="0">
              <a:solidFill>
                <a:schemeClr val="tx1"/>
              </a:solidFill>
              <a:latin typeface="Times New Roman" panose="02020603050405020304" charset="0"/>
              <a:cs typeface="Times New Roman" panose="02020603050405020304" charset="0"/>
            </a:endParaRPr>
          </a:p>
        </p:txBody>
      </p:sp>
      <p:pic>
        <p:nvPicPr>
          <p:cNvPr id="12" name="Picture 11"/>
          <p:cNvPicPr>
            <a:picLocks noChangeAspect="1"/>
          </p:cNvPicPr>
          <p:nvPr>
            <p:custDataLst>
              <p:tags r:id="rId7"/>
            </p:custDataLst>
          </p:nvPr>
        </p:nvPicPr>
        <p:blipFill>
          <a:blip r:embed="rId10"/>
          <a:stretch>
            <a:fillRect/>
          </a:stretch>
        </p:blipFill>
        <p:spPr>
          <a:xfrm>
            <a:off x="-13335" y="0"/>
            <a:ext cx="3845560" cy="1165225"/>
          </a:xfrm>
          <a:prstGeom prst="rect">
            <a:avLst/>
          </a:prstGeom>
        </p:spPr>
      </p:pic>
      <p:sp>
        <p:nvSpPr>
          <p:cNvPr id="16" name="Slide Number Placeholder 15"/>
          <p:cNvSpPr>
            <a:spLocks noGrp="1"/>
          </p:cNvSpPr>
          <p:nvPr>
            <p:ph type="sldNum" sz="quarter" idx="12"/>
          </p:nvPr>
        </p:nvSpPr>
        <p:spPr>
          <a:xfrm>
            <a:off x="8366760" y="6356350"/>
            <a:ext cx="2987040" cy="421005"/>
          </a:xfrm>
        </p:spPr>
        <p:txBody>
          <a:bodyPr/>
          <a:lstStyle/>
          <a:p>
            <a:fld id="{BE5F26B5-172A-4DC2-B0B7-181CFC56B87C}" type="slidenum">
              <a:rPr lang="en-US" smtClean="0"/>
              <a:t>1</a:t>
            </a:fld>
            <a:endParaRPr lang="en-US"/>
          </a:p>
        </p:txBody>
      </p:sp>
    </p:spTree>
    <p:custDataLst>
      <p:tags r:id="rId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3"/>
            <p:custDataLst>
              <p:tags r:id="rId2"/>
            </p:custDataLst>
          </p:nvPr>
        </p:nvSpPr>
        <p:spPr>
          <a:xfrm>
            <a:off x="762576" y="282859"/>
            <a:ext cx="8229600" cy="641839"/>
          </a:xfrm>
        </p:spPr>
        <p:txBody>
          <a:bodyPr/>
          <a:lstStyle/>
          <a:p>
            <a:r>
              <a:rPr lang="en-US">
                <a:latin typeface="Times New Roman" panose="02020603050405020304" charset="0"/>
                <a:ea typeface="+mj-ea"/>
                <a:cs typeface="Times New Roman" panose="02020603050405020304" charset="0"/>
              </a:rPr>
              <a:t>Contents</a:t>
            </a:r>
          </a:p>
        </p:txBody>
      </p:sp>
      <p:sp>
        <p:nvSpPr>
          <p:cNvPr id="4" name="TextBox 3"/>
          <p:cNvSpPr txBox="1"/>
          <p:nvPr>
            <p:custDataLst>
              <p:tags r:id="rId3"/>
            </p:custDataLst>
          </p:nvPr>
        </p:nvSpPr>
        <p:spPr>
          <a:xfrm>
            <a:off x="8611436" y="6359582"/>
            <a:ext cx="469900" cy="275590"/>
          </a:xfrm>
          <a:prstGeom prst="rect">
            <a:avLst/>
          </a:prstGeom>
          <a:noFill/>
        </p:spPr>
        <p:txBody>
          <a:bodyPr wrap="none" rtlCol="0">
            <a:spAutoFit/>
          </a:bodyPr>
          <a:lstStyle/>
          <a:p>
            <a:r>
              <a:rPr lang="x-none" sz="1200">
                <a:solidFill>
                  <a:schemeClr val="bg1"/>
                </a:solidFill>
              </a:rPr>
              <a:t>2026</a:t>
            </a:r>
            <a:endParaRPr lang="x-none" sz="1200" dirty="0">
              <a:solidFill>
                <a:schemeClr val="bg1"/>
              </a:solidFill>
            </a:endParaRPr>
          </a:p>
        </p:txBody>
      </p:sp>
      <p:sp>
        <p:nvSpPr>
          <p:cNvPr id="6" name="Rectangle 3"/>
          <p:cNvSpPr txBox="1">
            <a:spLocks noChangeArrowheads="1"/>
          </p:cNvSpPr>
          <p:nvPr>
            <p:custDataLst>
              <p:tags r:id="rId4"/>
            </p:custDataLst>
          </p:nvPr>
        </p:nvSpPr>
        <p:spPr>
          <a:xfrm>
            <a:off x="824230" y="1021715"/>
            <a:ext cx="8229600" cy="58362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70C0"/>
              </a:buClr>
              <a:buFont typeface="Wingdings" panose="05000000000000000000" pitchFamily="2" charset="2"/>
              <a:buChar char="§"/>
            </a:pPr>
            <a:r>
              <a:rPr lang="en-US" altLang="en-US" sz="2400" dirty="0">
                <a:latin typeface="Times New Roman" panose="02020603050405020304" charset="0"/>
                <a:cs typeface="Times New Roman" panose="02020603050405020304" charset="0"/>
              </a:rPr>
              <a:t>Introduction</a:t>
            </a:r>
          </a:p>
          <a:p>
            <a:pPr>
              <a:buClr>
                <a:srgbClr val="0070C0"/>
              </a:buClr>
              <a:buFont typeface="Wingdings" panose="05000000000000000000" pitchFamily="2" charset="2"/>
              <a:buChar char="§"/>
            </a:pPr>
            <a:r>
              <a:rPr lang="en-US" altLang="en-US" sz="2400" dirty="0">
                <a:latin typeface="Times New Roman" panose="02020603050405020304" charset="0"/>
                <a:cs typeface="Times New Roman" panose="02020603050405020304" charset="0"/>
              </a:rPr>
              <a:t>Background</a:t>
            </a:r>
          </a:p>
          <a:p>
            <a:pPr>
              <a:buClr>
                <a:srgbClr val="0070C0"/>
              </a:buClr>
              <a:buFont typeface="Wingdings" panose="05000000000000000000" pitchFamily="2" charset="2"/>
              <a:buChar char="§"/>
            </a:pPr>
            <a:r>
              <a:rPr lang="en-US" altLang="en-US" sz="2400" dirty="0">
                <a:latin typeface="Times New Roman" panose="02020603050405020304" charset="0"/>
                <a:cs typeface="Times New Roman" panose="02020603050405020304" charset="0"/>
                <a:sym typeface="+mn-ea"/>
              </a:rPr>
              <a:t>Specification and Design</a:t>
            </a:r>
            <a:endParaRPr lang="en-US" altLang="en-US" sz="2400" dirty="0">
              <a:latin typeface="Times New Roman" panose="02020603050405020304" charset="0"/>
              <a:cs typeface="Times New Roman" panose="02020603050405020304" charset="0"/>
            </a:endParaRPr>
          </a:p>
          <a:p>
            <a:pPr>
              <a:buClr>
                <a:srgbClr val="0070C0"/>
              </a:buClr>
              <a:buFont typeface="Wingdings" panose="05000000000000000000" pitchFamily="2" charset="2"/>
              <a:buChar char="§"/>
            </a:pPr>
            <a:r>
              <a:rPr lang="en-US" altLang="en-US" sz="2400" dirty="0">
                <a:latin typeface="Times New Roman" panose="02020603050405020304" charset="0"/>
                <a:cs typeface="Times New Roman" panose="02020603050405020304" charset="0"/>
              </a:rPr>
              <a:t>Data Collection and Preprocessing</a:t>
            </a:r>
          </a:p>
          <a:p>
            <a:pPr>
              <a:buClr>
                <a:srgbClr val="0070C0"/>
              </a:buClr>
              <a:buFont typeface="Wingdings" panose="05000000000000000000" pitchFamily="2" charset="2"/>
              <a:buChar char="§"/>
            </a:pPr>
            <a:r>
              <a:rPr lang="en-US" altLang="en-US" sz="2400" dirty="0">
                <a:latin typeface="Times New Roman" panose="02020603050405020304" charset="0"/>
                <a:cs typeface="Times New Roman" panose="02020603050405020304" charset="0"/>
              </a:rPr>
              <a:t>Feature Engineering and Selection</a:t>
            </a:r>
          </a:p>
          <a:p>
            <a:pPr>
              <a:buClr>
                <a:srgbClr val="0070C0"/>
              </a:buClr>
              <a:buFont typeface="Wingdings" panose="05000000000000000000" pitchFamily="2" charset="2"/>
              <a:buChar char="§"/>
            </a:pPr>
            <a:r>
              <a:rPr lang="en-US" altLang="en-US" sz="2400" dirty="0">
                <a:latin typeface="Times New Roman" panose="02020603050405020304" charset="0"/>
                <a:cs typeface="Times New Roman" panose="02020603050405020304" charset="0"/>
              </a:rPr>
              <a:t>Model Selection, Training and Testing</a:t>
            </a:r>
          </a:p>
          <a:p>
            <a:pPr>
              <a:buClr>
                <a:srgbClr val="0070C0"/>
              </a:buClr>
              <a:buFont typeface="Wingdings" panose="05000000000000000000" pitchFamily="2" charset="2"/>
              <a:buChar char="§"/>
            </a:pPr>
            <a:r>
              <a:rPr lang="en-US" altLang="en-US" sz="2400" dirty="0">
                <a:latin typeface="Times New Roman" panose="02020603050405020304" charset="0"/>
                <a:cs typeface="Times New Roman" panose="02020603050405020304" charset="0"/>
              </a:rPr>
              <a:t>Model Deployment and Integration</a:t>
            </a:r>
          </a:p>
          <a:p>
            <a:pPr>
              <a:buClr>
                <a:srgbClr val="0070C0"/>
              </a:buClr>
              <a:buFont typeface="Wingdings" panose="05000000000000000000" pitchFamily="2" charset="2"/>
              <a:buChar char="§"/>
            </a:pPr>
            <a:r>
              <a:rPr lang="en-US" altLang="en-US" sz="2400" dirty="0">
                <a:latin typeface="Times New Roman" panose="02020603050405020304" charset="0"/>
                <a:cs typeface="Times New Roman" panose="02020603050405020304" charset="0"/>
              </a:rPr>
              <a:t>Results and Conclusion</a:t>
            </a:r>
          </a:p>
          <a:p>
            <a:pPr>
              <a:buClr>
                <a:srgbClr val="0070C0"/>
              </a:buClr>
              <a:buFont typeface="Wingdings" panose="05000000000000000000" pitchFamily="2" charset="2"/>
              <a:buChar char="§"/>
            </a:pPr>
            <a:r>
              <a:rPr lang="en-US" altLang="en-US" sz="2400" dirty="0">
                <a:latin typeface="Times New Roman" panose="02020603050405020304" charset="0"/>
                <a:cs typeface="Times New Roman" panose="02020603050405020304" charset="0"/>
              </a:rPr>
              <a:t>Future Works and Recommendations</a:t>
            </a:r>
          </a:p>
          <a:p>
            <a:pPr>
              <a:buClr>
                <a:srgbClr val="0070C0"/>
              </a:buClr>
              <a:buFont typeface="Wingdings" panose="05000000000000000000" pitchFamily="2" charset="2"/>
              <a:buChar char="§"/>
            </a:pPr>
            <a:r>
              <a:rPr lang="en-US" altLang="en-US" sz="2400" dirty="0">
                <a:latin typeface="Times New Roman" panose="02020603050405020304" charset="0"/>
                <a:cs typeface="Times New Roman" panose="02020603050405020304" charset="0"/>
              </a:rPr>
              <a:t>References</a:t>
            </a:r>
          </a:p>
          <a:p>
            <a:pPr>
              <a:buClr>
                <a:srgbClr val="0070C0"/>
              </a:buClr>
              <a:buFont typeface="Wingdings" panose="05000000000000000000" pitchFamily="2" charset="2"/>
              <a:buChar char="§"/>
            </a:pPr>
            <a:r>
              <a:rPr lang="en-US" altLang="en-US" sz="2400" dirty="0">
                <a:latin typeface="Times New Roman" panose="02020603050405020304" charset="0"/>
                <a:cs typeface="Times New Roman" panose="02020603050405020304" charset="0"/>
              </a:rPr>
              <a:t>Demonstration</a:t>
            </a:r>
          </a:p>
          <a:p>
            <a:pPr>
              <a:buClr>
                <a:srgbClr val="0070C0"/>
              </a:buClr>
              <a:buFontTx/>
              <a:buNone/>
            </a:pPr>
            <a:endParaRPr lang="en-US" altLang="en-US" sz="2400" dirty="0">
              <a:latin typeface="Times New Roman" panose="02020603050405020304" charset="0"/>
              <a:cs typeface="Times New Roman" panose="02020603050405020304" charset="0"/>
            </a:endParaRPr>
          </a:p>
        </p:txBody>
      </p:sp>
      <p:sp>
        <p:nvSpPr>
          <p:cNvPr id="7" name="Slide Number Placeholder 6"/>
          <p:cNvSpPr>
            <a:spLocks noGrp="1"/>
          </p:cNvSpPr>
          <p:nvPr>
            <p:ph type="sldNum" sz="quarter" idx="12"/>
          </p:nvPr>
        </p:nvSpPr>
        <p:spPr/>
        <p:txBody>
          <a:bodyPr/>
          <a:lstStyle/>
          <a:p>
            <a:fld id="{B3561BA9-CDCF-4958-B8AB-66F3BF063E13}" type="slidenum">
              <a:rPr lang="en-US" smtClean="0"/>
              <a:t>2</a:t>
            </a:fld>
            <a:endParaRPr lang="en-US"/>
          </a:p>
        </p:txBody>
      </p:sp>
    </p:spTree>
    <p:custDataLst>
      <p:tags r:id="rId1"/>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vert="horz" wrap="square" lIns="0" tIns="0" rIns="0" bIns="0" rtlCol="0" anchor="b">
            <a:normAutofit/>
          </a:bodyPr>
          <a:lstStyle>
            <a:lvl1pPr>
              <a:defRPr>
                <a:latin typeface="+mj-lt"/>
                <a:sym typeface="+mj-ea"/>
              </a:defRPr>
            </a:lvl1pPr>
          </a:lstStyle>
          <a:p>
            <a:pPr lvl="0" algn="l">
              <a:buClrTx/>
              <a:buSzTx/>
              <a:buFontTx/>
            </a:pPr>
            <a:r>
              <a:rPr lang="en-US" dirty="0">
                <a:latin typeface="Times New Roman" panose="02020603050405020304" charset="0"/>
                <a:ea typeface="+mj-ea"/>
                <a:cs typeface="Times New Roman" panose="02020603050405020304" charset="0"/>
                <a:sym typeface="+mn-ea"/>
              </a:rPr>
              <a:t>INTRODUCTION</a:t>
            </a:r>
          </a:p>
        </p:txBody>
      </p:sp>
      <p:sp>
        <p:nvSpPr>
          <p:cNvPr id="9" name="Slide Number Placeholder 8"/>
          <p:cNvSpPr>
            <a:spLocks noGrp="1"/>
          </p:cNvSpPr>
          <p:nvPr>
            <p:ph type="sldNum" sz="quarter" idx="12"/>
          </p:nvPr>
        </p:nvSpPr>
        <p:spPr/>
        <p:txBody>
          <a:bodyPr/>
          <a:lstStyle/>
          <a:p>
            <a:fld id="{BE5F26B5-172A-4DC2-B0B7-181CFC56B87C}" type="slidenum">
              <a:rPr lang="en-US" smtClean="0">
                <a:latin typeface="Times New Roman" panose="02020603050405020304" charset="0"/>
                <a:cs typeface="Times New Roman" panose="02020603050405020304" charset="0"/>
              </a:rPr>
              <a:t>3</a:t>
            </a:fld>
            <a:endParaRPr lang="en-US" smtClean="0">
              <a:latin typeface="Times New Roman" panose="02020603050405020304" charset="0"/>
              <a:cs typeface="Times New Roman" panose="02020603050405020304" charset="0"/>
            </a:endParaRPr>
          </a:p>
        </p:txBody>
      </p:sp>
      <p:sp>
        <p:nvSpPr>
          <p:cNvPr id="10" name="Rounded Rectangle 9"/>
          <p:cNvSpPr/>
          <p:nvPr/>
        </p:nvSpPr>
        <p:spPr>
          <a:xfrm>
            <a:off x="695983" y="1511560"/>
            <a:ext cx="3417112" cy="352044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54864" rtlCol="0" anchor="t"/>
          <a:lstStyle/>
          <a:p>
            <a:pPr algn="l">
              <a:spcBef>
                <a:spcPts val="0"/>
              </a:spcBef>
              <a:spcAft>
                <a:spcPts val="600"/>
              </a:spcAft>
            </a:pPr>
            <a:r>
              <a:rPr sz="1800" b="1" i="0">
                <a:solidFill>
                  <a:srgbClr val="0E5E5A"/>
                </a:solidFill>
                <a:latin typeface="Times New Roman"/>
                <a:cs typeface="Times New Roman"/>
              </a:rPr>
              <a:t>The problem</a:t>
            </a:r>
          </a:p>
          <a:p>
            <a:pPr marL="228600" indent="-228600" algn="l">
              <a:spcBef>
                <a:spcPts val="0"/>
              </a:spcBef>
              <a:spcAft>
                <a:spcPts val="500"/>
              </a:spcAft>
              <a:buClr>
                <a:srgbClr val="0070C0"/>
              </a:buClr>
              <a:buFont typeface="Wingdings" pitchFamily="2" charset="2"/>
              <a:buChar char="§"/>
            </a:pPr>
            <a:r>
              <a:rPr sz="1500" b="0" i="0">
                <a:solidFill>
                  <a:srgbClr val="222222"/>
                </a:solidFill>
                <a:latin typeface="Times New Roman"/>
                <a:cs typeface="Times New Roman"/>
              </a:rPr>
              <a:t>Multi-outlet McDonald’s collects thousands of Google Maps reviews, far more than any team can read</a:t>
            </a:r>
          </a:p>
          <a:p>
            <a:pPr marL="228600" indent="-228600" algn="l">
              <a:spcBef>
                <a:spcPts val="0"/>
              </a:spcBef>
              <a:spcAft>
                <a:spcPts val="500"/>
              </a:spcAft>
              <a:buClr>
                <a:srgbClr val="0070C0"/>
              </a:buClr>
              <a:buFont typeface="Wingdings" pitchFamily="2" charset="2"/>
              <a:buChar char="§"/>
            </a:pPr>
            <a:r>
              <a:rPr sz="1500" b="0" i="0">
                <a:solidFill>
                  <a:srgbClr val="222222"/>
                </a:solidFill>
                <a:latin typeface="Times New Roman"/>
                <a:cs typeface="Times New Roman"/>
              </a:rPr>
              <a:t>Star ratings are a weak proxy for sentiment, and scraped text hides duplicates and label-leaking tags</a:t>
            </a:r>
          </a:p>
          <a:p>
            <a:pPr marL="228600" indent="-228600" algn="l">
              <a:spcBef>
                <a:spcPts val="0"/>
              </a:spcBef>
              <a:spcAft>
                <a:spcPts val="500"/>
              </a:spcAft>
              <a:buClr>
                <a:srgbClr val="0070C0"/>
              </a:buClr>
              <a:buFont typeface="Wingdings" pitchFamily="2" charset="2"/>
              <a:buChar char="§"/>
            </a:pPr>
            <a:r>
              <a:rPr sz="1500" b="0" i="0">
                <a:solidFill>
                  <a:srgbClr val="222222"/>
                </a:solidFill>
                <a:latin typeface="Times New Roman"/>
                <a:cs typeface="Times New Roman"/>
              </a:rPr>
              <a:t>Goal: a reliable Negative / Neutral / Positive classifier that turns reviews into insight</a:t>
            </a:r>
          </a:p>
        </p:txBody>
      </p:sp>
      <p:sp>
        <p:nvSpPr>
          <p:cNvPr id="11" name="Rounded Rectangle 10"/>
          <p:cNvSpPr/>
          <p:nvPr/>
        </p:nvSpPr>
        <p:spPr>
          <a:xfrm>
            <a:off x="4387415" y="1511560"/>
            <a:ext cx="3417112" cy="352044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54864" rtlCol="0" anchor="t"/>
          <a:lstStyle/>
          <a:p>
            <a:pPr algn="l">
              <a:spcBef>
                <a:spcPts val="0"/>
              </a:spcBef>
              <a:spcAft>
                <a:spcPts val="600"/>
              </a:spcAft>
            </a:pPr>
            <a:r>
              <a:rPr sz="1800" b="1" i="0" dirty="0">
                <a:solidFill>
                  <a:srgbClr val="0E5E5A"/>
                </a:solidFill>
                <a:latin typeface="Times New Roman"/>
                <a:cs typeface="Times New Roman"/>
              </a:rPr>
              <a:t>Motivation</a:t>
            </a:r>
          </a:p>
          <a:p>
            <a:pPr marL="228600" indent="-228600" algn="l">
              <a:spcBef>
                <a:spcPts val="0"/>
              </a:spcBef>
              <a:spcAft>
                <a:spcPts val="500"/>
              </a:spcAft>
              <a:buClr>
                <a:srgbClr val="0070C0"/>
              </a:buClr>
              <a:buFont typeface="Wingdings" pitchFamily="2" charset="2"/>
              <a:buChar char="§"/>
            </a:pPr>
            <a:r>
              <a:rPr sz="1500" b="1" i="0" dirty="0">
                <a:solidFill>
                  <a:srgbClr val="222222"/>
                </a:solidFill>
                <a:latin typeface="Times New Roman"/>
                <a:cs typeface="Times New Roman"/>
              </a:rPr>
              <a:t>Operational value:</a:t>
            </a:r>
            <a:r>
              <a:rPr sz="1500" b="0" i="0" dirty="0">
                <a:solidFill>
                  <a:srgbClr val="222222"/>
                </a:solidFill>
                <a:latin typeface="Times New Roman"/>
                <a:cs typeface="Times New Roman"/>
              </a:rPr>
              <a:t> drive-thru delays, order accuracy and cleanliness complaints are directly actionable</a:t>
            </a:r>
          </a:p>
          <a:p>
            <a:pPr marL="228600" indent="-228600" algn="l">
              <a:spcBef>
                <a:spcPts val="0"/>
              </a:spcBef>
              <a:spcAft>
                <a:spcPts val="500"/>
              </a:spcAft>
              <a:buClr>
                <a:srgbClr val="0070C0"/>
              </a:buClr>
              <a:buFont typeface="Wingdings" pitchFamily="2" charset="2"/>
              <a:buChar char="§"/>
            </a:pPr>
            <a:r>
              <a:rPr sz="1500" b="1" i="0" dirty="0">
                <a:solidFill>
                  <a:srgbClr val="222222"/>
                </a:solidFill>
                <a:latin typeface="Times New Roman"/>
                <a:cs typeface="Times New Roman"/>
              </a:rPr>
              <a:t>Data quality:</a:t>
            </a:r>
            <a:r>
              <a:rPr sz="1500" b="0" i="0" dirty="0">
                <a:solidFill>
                  <a:srgbClr val="222222"/>
                </a:solidFill>
                <a:latin typeface="Times New Roman"/>
                <a:cs typeface="Times New Roman"/>
              </a:rPr>
              <a:t> encoding errors, duplicates and auto-generated tags can silently leak the label</a:t>
            </a:r>
          </a:p>
          <a:p>
            <a:pPr marL="228600" indent="-228600" algn="l">
              <a:spcBef>
                <a:spcPts val="0"/>
              </a:spcBef>
              <a:spcAft>
                <a:spcPts val="500"/>
              </a:spcAft>
              <a:buClr>
                <a:srgbClr val="0070C0"/>
              </a:buClr>
              <a:buFont typeface="Wingdings" pitchFamily="2" charset="2"/>
              <a:buChar char="§"/>
            </a:pPr>
            <a:r>
              <a:rPr sz="1500" b="1" i="0" dirty="0">
                <a:solidFill>
                  <a:srgbClr val="222222"/>
                </a:solidFill>
                <a:latin typeface="Times New Roman"/>
                <a:cs typeface="Times New Roman"/>
              </a:rPr>
              <a:t>Evaluation honesty:</a:t>
            </a:r>
            <a:r>
              <a:rPr sz="1500" b="0" i="0" dirty="0">
                <a:solidFill>
                  <a:srgbClr val="222222"/>
                </a:solidFill>
                <a:latin typeface="Times New Roman"/>
                <a:cs typeface="Times New Roman"/>
              </a:rPr>
              <a:t> Neutral is only 15.73% of reviews, so macro-F1 is used instead of accuracy alone</a:t>
            </a:r>
          </a:p>
        </p:txBody>
      </p:sp>
      <p:sp>
        <p:nvSpPr>
          <p:cNvPr id="12" name="Rounded Rectangle 11"/>
          <p:cNvSpPr/>
          <p:nvPr/>
        </p:nvSpPr>
        <p:spPr>
          <a:xfrm>
            <a:off x="8078848" y="1511560"/>
            <a:ext cx="3417112" cy="352044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54864" rtlCol="0" anchor="t"/>
          <a:lstStyle/>
          <a:p>
            <a:pPr algn="l">
              <a:spcBef>
                <a:spcPts val="0"/>
              </a:spcBef>
              <a:spcAft>
                <a:spcPts val="600"/>
              </a:spcAft>
            </a:pPr>
            <a:r>
              <a:rPr sz="1800" b="1" i="0">
                <a:solidFill>
                  <a:srgbClr val="0E5E5A"/>
                </a:solidFill>
                <a:latin typeface="Times New Roman"/>
                <a:cs typeface="Times New Roman"/>
              </a:rPr>
              <a:t>Scope of the completed project</a:t>
            </a:r>
          </a:p>
          <a:p>
            <a:pPr marL="228600" indent="-228600" algn="l">
              <a:spcBef>
                <a:spcPts val="0"/>
              </a:spcBef>
              <a:spcAft>
                <a:spcPts val="500"/>
              </a:spcAft>
              <a:buClr>
                <a:srgbClr val="0070C0"/>
              </a:buClr>
              <a:buFont typeface="Wingdings" pitchFamily="2" charset="2"/>
              <a:buChar char="§"/>
            </a:pPr>
            <a:r>
              <a:rPr sz="1500" b="0" i="0">
                <a:solidFill>
                  <a:srgbClr val="222222"/>
                </a:solidFill>
                <a:latin typeface="Times New Roman"/>
                <a:cs typeface="Times New Roman"/>
              </a:rPr>
              <a:t>English-language Google Maps reviews of 40 US McDonald’s outlets</a:t>
            </a:r>
          </a:p>
          <a:p>
            <a:pPr marL="228600" indent="-228600" algn="l">
              <a:spcBef>
                <a:spcPts val="0"/>
              </a:spcBef>
              <a:spcAft>
                <a:spcPts val="500"/>
              </a:spcAft>
              <a:buClr>
                <a:srgbClr val="0070C0"/>
              </a:buClr>
              <a:buFont typeface="Wingdings" pitchFamily="2" charset="2"/>
              <a:buChar char="§"/>
            </a:pPr>
            <a:r>
              <a:rPr sz="1500" b="0" i="0">
                <a:solidFill>
                  <a:srgbClr val="222222"/>
                </a:solidFill>
                <a:latin typeface="Times New Roman"/>
                <a:cs typeface="Times New Roman"/>
              </a:rPr>
              <a:t>Delivered: cleaning, hybrid labelling, 7 benchmarked approaches, error analysis and a deployed web platform</a:t>
            </a:r>
          </a:p>
          <a:p>
            <a:pPr marL="228600" indent="-228600" algn="l">
              <a:spcBef>
                <a:spcPts val="0"/>
              </a:spcBef>
              <a:spcAft>
                <a:spcPts val="500"/>
              </a:spcAft>
              <a:buClr>
                <a:srgbClr val="0070C0"/>
              </a:buClr>
              <a:buFont typeface="Wingdings" pitchFamily="2" charset="2"/>
              <a:buChar char="§"/>
            </a:pPr>
            <a:r>
              <a:rPr sz="1500" b="0" i="0">
                <a:solidFill>
                  <a:srgbClr val="222222"/>
                </a:solidFill>
                <a:latin typeface="Times New Roman"/>
                <a:cs typeface="Times New Roman"/>
              </a:rPr>
              <a:t>Out of scope: aspect-level, multilingual and other-domain sentiment (future work)</a:t>
            </a:r>
          </a:p>
        </p:txBody>
      </p:sp>
      <p:sp>
        <p:nvSpPr>
          <p:cNvPr id="13" name="Rounded Rectangle 12"/>
          <p:cNvSpPr/>
          <p:nvPr/>
        </p:nvSpPr>
        <p:spPr>
          <a:xfrm>
            <a:off x="695983" y="5260600"/>
            <a:ext cx="2377440" cy="8686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spcBef>
                <a:spcPts val="0"/>
              </a:spcBef>
              <a:spcAft>
                <a:spcPts val="0"/>
              </a:spcAft>
            </a:pPr>
            <a:r>
              <a:rPr sz="2600" b="1" i="0">
                <a:solidFill>
                  <a:srgbClr val="0E5E5A"/>
                </a:solidFill>
                <a:latin typeface="Times New Roman"/>
                <a:cs typeface="Times New Roman"/>
              </a:rPr>
              <a:t>33,396</a:t>
            </a:r>
          </a:p>
          <a:p>
            <a:pPr algn="ctr">
              <a:spcBef>
                <a:spcPts val="0"/>
              </a:spcBef>
              <a:spcAft>
                <a:spcPts val="0"/>
              </a:spcAft>
            </a:pPr>
            <a:r>
              <a:rPr sz="1200" b="0" i="0">
                <a:solidFill>
                  <a:srgbClr val="5A5A5A"/>
                </a:solidFill>
                <a:latin typeface="Times New Roman"/>
                <a:cs typeface="Times New Roman"/>
              </a:rPr>
              <a:t>raw reviews scraped</a:t>
            </a:r>
          </a:p>
        </p:txBody>
      </p:sp>
      <p:sp>
        <p:nvSpPr>
          <p:cNvPr id="14" name="Rounded Rectangle 13"/>
          <p:cNvSpPr/>
          <p:nvPr/>
        </p:nvSpPr>
        <p:spPr>
          <a:xfrm>
            <a:off x="3256303" y="5260600"/>
            <a:ext cx="2377440" cy="8686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spcBef>
                <a:spcPts val="0"/>
              </a:spcBef>
              <a:spcAft>
                <a:spcPts val="0"/>
              </a:spcAft>
            </a:pPr>
            <a:r>
              <a:rPr sz="2600" b="1" i="0">
                <a:solidFill>
                  <a:srgbClr val="0E5E5A"/>
                </a:solidFill>
                <a:latin typeface="Times New Roman"/>
                <a:cs typeface="Times New Roman"/>
              </a:rPr>
              <a:t>22,448</a:t>
            </a:r>
          </a:p>
          <a:p>
            <a:pPr algn="ctr">
              <a:spcBef>
                <a:spcPts val="0"/>
              </a:spcBef>
              <a:spcAft>
                <a:spcPts val="0"/>
              </a:spcAft>
            </a:pPr>
            <a:r>
              <a:rPr sz="1200" b="0" i="0">
                <a:solidFill>
                  <a:srgbClr val="5A5A5A"/>
                </a:solidFill>
                <a:latin typeface="Times New Roman"/>
                <a:cs typeface="Times New Roman"/>
              </a:rPr>
              <a:t>labelled free-text reviews</a:t>
            </a:r>
          </a:p>
        </p:txBody>
      </p:sp>
      <p:sp>
        <p:nvSpPr>
          <p:cNvPr id="15" name="Rounded Rectangle 14"/>
          <p:cNvSpPr/>
          <p:nvPr/>
        </p:nvSpPr>
        <p:spPr>
          <a:xfrm>
            <a:off x="5816623" y="5260600"/>
            <a:ext cx="2377440" cy="8686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spcBef>
                <a:spcPts val="0"/>
              </a:spcBef>
              <a:spcAft>
                <a:spcPts val="0"/>
              </a:spcAft>
            </a:pPr>
            <a:r>
              <a:rPr sz="2600" b="1" i="0">
                <a:solidFill>
                  <a:srgbClr val="0E5E5A"/>
                </a:solidFill>
                <a:latin typeface="Times New Roman"/>
                <a:cs typeface="Times New Roman"/>
              </a:rPr>
              <a:t>7</a:t>
            </a:r>
          </a:p>
          <a:p>
            <a:pPr algn="ctr">
              <a:spcBef>
                <a:spcPts val="0"/>
              </a:spcBef>
              <a:spcAft>
                <a:spcPts val="0"/>
              </a:spcAft>
            </a:pPr>
            <a:r>
              <a:rPr sz="1200" b="0" i="0">
                <a:solidFill>
                  <a:srgbClr val="5A5A5A"/>
                </a:solidFill>
                <a:latin typeface="Times New Roman"/>
                <a:cs typeface="Times New Roman"/>
              </a:rPr>
              <a:t>sentiment approaches compared</a:t>
            </a:r>
          </a:p>
        </p:txBody>
      </p:sp>
      <p:sp>
        <p:nvSpPr>
          <p:cNvPr id="16" name="Rounded Rectangle 15"/>
          <p:cNvSpPr/>
          <p:nvPr/>
        </p:nvSpPr>
        <p:spPr>
          <a:xfrm>
            <a:off x="8376943" y="5260600"/>
            <a:ext cx="2377440" cy="8686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spcBef>
                <a:spcPts val="0"/>
              </a:spcBef>
              <a:spcAft>
                <a:spcPts val="0"/>
              </a:spcAft>
            </a:pPr>
            <a:r>
              <a:rPr sz="2600" b="1" i="0">
                <a:solidFill>
                  <a:srgbClr val="0E5E5A"/>
                </a:solidFill>
                <a:latin typeface="Times New Roman"/>
                <a:cs typeface="Times New Roman"/>
              </a:rPr>
              <a:t>40</a:t>
            </a:r>
          </a:p>
          <a:p>
            <a:pPr algn="ctr">
              <a:spcBef>
                <a:spcPts val="0"/>
              </a:spcBef>
              <a:spcAft>
                <a:spcPts val="0"/>
              </a:spcAft>
            </a:pPr>
            <a:r>
              <a:rPr sz="1200" b="0" i="0">
                <a:solidFill>
                  <a:srgbClr val="5A5A5A"/>
                </a:solidFill>
                <a:latin typeface="Times New Roman"/>
                <a:cs typeface="Times New Roman"/>
              </a:rPr>
              <a:t>McDonald’s outlets</a:t>
            </a:r>
          </a:p>
        </p:txBody>
      </p:sp>
    </p:spTree>
    <p:custDataLst>
      <p:tags r:id="rId1"/>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vert="horz" wrap="square" lIns="0" tIns="0" rIns="0" bIns="0" rtlCol="0" anchor="b">
            <a:normAutofit/>
          </a:bodyPr>
          <a:lstStyle>
            <a:lvl1pPr>
              <a:defRPr>
                <a:latin typeface="+mj-lt"/>
                <a:sym typeface="+mj-ea"/>
              </a:defRPr>
            </a:lvl1pPr>
          </a:lstStyle>
          <a:p>
            <a:pPr lvl="0" algn="l">
              <a:buClrTx/>
              <a:buSzTx/>
              <a:buFontTx/>
            </a:pPr>
            <a:r>
              <a:rPr lang="en-US" dirty="0">
                <a:latin typeface="Times New Roman" panose="02020603050405020304" charset="0"/>
                <a:ea typeface="+mj-ea"/>
                <a:cs typeface="Times New Roman" panose="02020603050405020304" charset="0"/>
                <a:sym typeface="+mn-ea"/>
              </a:rPr>
              <a:t>BACKGROUND</a:t>
            </a:r>
          </a:p>
        </p:txBody>
      </p:sp>
      <p:sp>
        <p:nvSpPr>
          <p:cNvPr id="9" name="Slide Number Placeholder 8"/>
          <p:cNvSpPr>
            <a:spLocks noGrp="1"/>
          </p:cNvSpPr>
          <p:nvPr>
            <p:ph type="sldNum" sz="quarter" idx="12"/>
          </p:nvPr>
        </p:nvSpPr>
        <p:spPr/>
        <p:txBody>
          <a:bodyPr/>
          <a:lstStyle/>
          <a:p>
            <a:fld id="{BE5F26B5-172A-4DC2-B0B7-181CFC56B87C}" type="slidenum">
              <a:rPr lang="en-US" smtClean="0">
                <a:latin typeface="Times New Roman" panose="02020603050405020304" charset="0"/>
                <a:cs typeface="Times New Roman" panose="02020603050405020304" charset="0"/>
              </a:rPr>
              <a:t>4</a:t>
            </a:fld>
            <a:endParaRPr lang="en-US" smtClean="0">
              <a:latin typeface="Times New Roman" panose="02020603050405020304" charset="0"/>
              <a:cs typeface="Times New Roman" panose="02020603050405020304" charset="0"/>
            </a:endParaRPr>
          </a:p>
        </p:txBody>
      </p:sp>
      <p:sp>
        <p:nvSpPr>
          <p:cNvPr id="10" name="TextBox 9"/>
          <p:cNvSpPr txBox="1"/>
          <p:nvPr/>
        </p:nvSpPr>
        <p:spPr>
          <a:xfrm>
            <a:off x="694944" y="1349879"/>
            <a:ext cx="5394960" cy="365760"/>
          </a:xfrm>
          <a:prstGeom prst="rect">
            <a:avLst/>
          </a:prstGeom>
          <a:noFill/>
        </p:spPr>
        <p:txBody>
          <a:bodyPr wrap="square" lIns="45720" tIns="27432" rIns="45720" bIns="27432" anchor="t">
            <a:spAutoFit/>
          </a:bodyPr>
          <a:lstStyle/>
          <a:p>
            <a:pPr algn="l">
              <a:spcBef>
                <a:spcPts val="0"/>
              </a:spcBef>
              <a:spcAft>
                <a:spcPts val="400"/>
              </a:spcAft>
            </a:pPr>
            <a:r>
              <a:rPr sz="1600" b="1" i="0">
                <a:solidFill>
                  <a:srgbClr val="0E5E5A"/>
                </a:solidFill>
                <a:latin typeface="Times New Roman"/>
                <a:cs typeface="Times New Roman"/>
              </a:rPr>
              <a:t>Background and related work</a:t>
            </a:r>
          </a:p>
        </p:txBody>
      </p:sp>
      <p:sp>
        <p:nvSpPr>
          <p:cNvPr id="11" name="TextBox 10"/>
          <p:cNvSpPr txBox="1"/>
          <p:nvPr/>
        </p:nvSpPr>
        <p:spPr>
          <a:xfrm>
            <a:off x="694944" y="1807079"/>
            <a:ext cx="5394960" cy="3474720"/>
          </a:xfrm>
          <a:prstGeom prst="rect">
            <a:avLst/>
          </a:prstGeom>
          <a:noFill/>
        </p:spPr>
        <p:txBody>
          <a:bodyPr wrap="square" lIns="45720" tIns="27432" rIns="45720" bIns="27432" anchor="t">
            <a:spAutoFit/>
          </a:bodyPr>
          <a:lstStyle/>
          <a:p>
            <a:pPr algn="l">
              <a:spcBef>
                <a:spcPts val="0"/>
              </a:spcBef>
              <a:spcAft>
                <a:spcPts val="800"/>
              </a:spcAft>
            </a:pPr>
            <a:r>
              <a:rPr sz="1550" b="1" i="0">
                <a:solidFill>
                  <a:srgbClr val="222222"/>
                </a:solidFill>
                <a:latin typeface="Times New Roman"/>
                <a:cs typeface="Times New Roman"/>
              </a:rPr>
              <a:t>Lexicon-based (VADER [3]): </a:t>
            </a:r>
            <a:r>
              <a:rPr sz="1550" b="0" i="0">
                <a:solidFill>
                  <a:srgbClr val="222222"/>
                </a:solidFill>
                <a:latin typeface="Times New Roman"/>
                <a:cs typeface="Times New Roman"/>
              </a:rPr>
              <a:t>rule-based dictionary scoring, no training, but it cannot adapt to domain words such as “cold food”</a:t>
            </a:r>
          </a:p>
          <a:p>
            <a:pPr algn="l">
              <a:spcBef>
                <a:spcPts val="0"/>
              </a:spcBef>
              <a:spcAft>
                <a:spcPts val="800"/>
              </a:spcAft>
            </a:pPr>
            <a:r>
              <a:rPr sz="1550" b="1" i="0">
                <a:solidFill>
                  <a:srgbClr val="222222"/>
                </a:solidFill>
                <a:latin typeface="Times New Roman"/>
                <a:cs typeface="Times New Roman"/>
              </a:rPr>
              <a:t>Classical ML (TF-IDF [5] + linear models): </a:t>
            </a:r>
            <a:r>
              <a:rPr sz="1550" b="0" i="0">
                <a:solidFill>
                  <a:srgbClr val="222222"/>
                </a:solidFill>
                <a:latin typeface="Times New Roman"/>
                <a:cs typeface="Times New Roman"/>
              </a:rPr>
              <a:t>fast and interpretable, but blind to word order and context</a:t>
            </a:r>
          </a:p>
          <a:p>
            <a:pPr algn="l">
              <a:spcBef>
                <a:spcPts val="0"/>
              </a:spcBef>
              <a:spcAft>
                <a:spcPts val="1200"/>
              </a:spcAft>
            </a:pPr>
            <a:r>
              <a:rPr sz="1550" b="1" i="0">
                <a:solidFill>
                  <a:srgbClr val="222222"/>
                </a:solidFill>
                <a:latin typeface="Times New Roman"/>
                <a:cs typeface="Times New Roman"/>
              </a:rPr>
              <a:t>Transformers (DistilBERT [10]): </a:t>
            </a:r>
            <a:r>
              <a:rPr sz="1550" b="0" i="0">
                <a:solidFill>
                  <a:srgbClr val="222222"/>
                </a:solidFill>
                <a:latin typeface="Times New Roman"/>
                <a:cs typeface="Times New Roman"/>
              </a:rPr>
              <a:t>contextual, handle negation and contrast, but costlier to train and serve</a:t>
            </a:r>
          </a:p>
          <a:p>
            <a:pPr marL="228600" indent="-228600" algn="l">
              <a:spcBef>
                <a:spcPts val="0"/>
              </a:spcBef>
              <a:spcAft>
                <a:spcPts val="600"/>
              </a:spcAft>
              <a:buClr>
                <a:srgbClr val="0070C0"/>
              </a:buClr>
              <a:buFont typeface="Wingdings" pitchFamily="2" charset="2"/>
              <a:buChar char="§"/>
            </a:pPr>
            <a:r>
              <a:rPr sz="1550" b="0" i="0">
                <a:solidFill>
                  <a:srgbClr val="222222"/>
                </a:solidFill>
                <a:latin typeface="Times New Roman"/>
                <a:cs typeface="Times New Roman"/>
              </a:rPr>
              <a:t>Star ratings are an imperfect proxy: a 3-star review can read clearly positive or negative</a:t>
            </a:r>
          </a:p>
          <a:p>
            <a:pPr marL="228600" indent="-228600" algn="l">
              <a:spcBef>
                <a:spcPts val="0"/>
              </a:spcBef>
              <a:spcAft>
                <a:spcPts val="400"/>
              </a:spcAft>
              <a:buClr>
                <a:srgbClr val="0070C0"/>
              </a:buClr>
              <a:buFont typeface="Wingdings" pitchFamily="2" charset="2"/>
              <a:buChar char="§"/>
            </a:pPr>
            <a:r>
              <a:rPr sz="1550" b="0" i="0">
                <a:solidFill>
                  <a:srgbClr val="222222"/>
                </a:solidFill>
                <a:latin typeface="Times New Roman"/>
                <a:cs typeface="Times New Roman"/>
              </a:rPr>
              <a:t>Neutral is a small, ambiguous minority, so a model can score high accuracy while ignoring it</a:t>
            </a:r>
          </a:p>
        </p:txBody>
      </p:sp>
      <p:sp>
        <p:nvSpPr>
          <p:cNvPr id="12" name="TextBox 11"/>
          <p:cNvSpPr txBox="1"/>
          <p:nvPr/>
        </p:nvSpPr>
        <p:spPr>
          <a:xfrm>
            <a:off x="6400800" y="1349879"/>
            <a:ext cx="5029200" cy="365760"/>
          </a:xfrm>
          <a:prstGeom prst="rect">
            <a:avLst/>
          </a:prstGeom>
          <a:noFill/>
        </p:spPr>
        <p:txBody>
          <a:bodyPr wrap="square" lIns="45720" tIns="27432" rIns="45720" bIns="27432" anchor="t">
            <a:spAutoFit/>
          </a:bodyPr>
          <a:lstStyle/>
          <a:p>
            <a:pPr algn="l">
              <a:spcBef>
                <a:spcPts val="0"/>
              </a:spcBef>
              <a:spcAft>
                <a:spcPts val="400"/>
              </a:spcAft>
            </a:pPr>
            <a:r>
              <a:rPr sz="1600" b="1" i="0">
                <a:solidFill>
                  <a:srgbClr val="0E5E5A"/>
                </a:solidFill>
                <a:latin typeface="Times New Roman"/>
                <a:cs typeface="Times New Roman"/>
              </a:rPr>
              <a:t>Objectives</a:t>
            </a:r>
          </a:p>
        </p:txBody>
      </p:sp>
      <p:sp>
        <p:nvSpPr>
          <p:cNvPr id="13" name="Oval 12"/>
          <p:cNvSpPr/>
          <p:nvPr/>
        </p:nvSpPr>
        <p:spPr>
          <a:xfrm>
            <a:off x="6400800" y="1834511"/>
            <a:ext cx="329184" cy="329184"/>
          </a:xfrm>
          <a:prstGeom prst="ellipse">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lstStyle/>
          <a:p>
            <a:pPr algn="ctr">
              <a:spcBef>
                <a:spcPts val="0"/>
              </a:spcBef>
              <a:spcAft>
                <a:spcPts val="0"/>
              </a:spcAft>
            </a:pPr>
            <a:r>
              <a:rPr sz="1300" b="1" i="0">
                <a:solidFill>
                  <a:srgbClr val="FFFFFF"/>
                </a:solidFill>
                <a:latin typeface="Times New Roman"/>
                <a:cs typeface="Times New Roman"/>
              </a:rPr>
              <a:t>1</a:t>
            </a:r>
          </a:p>
        </p:txBody>
      </p:sp>
      <p:sp>
        <p:nvSpPr>
          <p:cNvPr id="14" name="TextBox 13"/>
          <p:cNvSpPr txBox="1"/>
          <p:nvPr/>
        </p:nvSpPr>
        <p:spPr>
          <a:xfrm>
            <a:off x="6858000" y="1770503"/>
            <a:ext cx="4617720" cy="457200"/>
          </a:xfrm>
          <a:prstGeom prst="rect">
            <a:avLst/>
          </a:prstGeom>
          <a:noFill/>
        </p:spPr>
        <p:txBody>
          <a:bodyPr wrap="square" lIns="45720" tIns="27432" rIns="45720" bIns="27432" anchor="ctr">
            <a:spAutoFit/>
          </a:bodyPr>
          <a:lstStyle/>
          <a:p>
            <a:pPr algn="l">
              <a:spcBef>
                <a:spcPts val="0"/>
              </a:spcBef>
              <a:spcAft>
                <a:spcPts val="400"/>
              </a:spcAft>
            </a:pPr>
            <a:r>
              <a:rPr sz="1500" b="0" i="0">
                <a:solidFill>
                  <a:srgbClr val="222222"/>
                </a:solidFill>
                <a:latin typeface="Times New Roman"/>
                <a:cs typeface="Times New Roman"/>
              </a:rPr>
              <a:t>Acquire, audit and clean the review corpus</a:t>
            </a:r>
          </a:p>
        </p:txBody>
      </p:sp>
      <p:sp>
        <p:nvSpPr>
          <p:cNvPr id="15" name="Oval 14"/>
          <p:cNvSpPr/>
          <p:nvPr/>
        </p:nvSpPr>
        <p:spPr>
          <a:xfrm>
            <a:off x="6400800" y="2355719"/>
            <a:ext cx="329184" cy="329184"/>
          </a:xfrm>
          <a:prstGeom prst="ellipse">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lstStyle/>
          <a:p>
            <a:pPr algn="ctr">
              <a:spcBef>
                <a:spcPts val="0"/>
              </a:spcBef>
              <a:spcAft>
                <a:spcPts val="0"/>
              </a:spcAft>
            </a:pPr>
            <a:r>
              <a:rPr sz="1300" b="1" i="0">
                <a:solidFill>
                  <a:srgbClr val="FFFFFF"/>
                </a:solidFill>
                <a:latin typeface="Times New Roman"/>
                <a:cs typeface="Times New Roman"/>
              </a:rPr>
              <a:t>2</a:t>
            </a:r>
          </a:p>
        </p:txBody>
      </p:sp>
      <p:sp>
        <p:nvSpPr>
          <p:cNvPr id="16" name="TextBox 15"/>
          <p:cNvSpPr txBox="1"/>
          <p:nvPr/>
        </p:nvSpPr>
        <p:spPr>
          <a:xfrm>
            <a:off x="6858000" y="2291711"/>
            <a:ext cx="4617720" cy="457200"/>
          </a:xfrm>
          <a:prstGeom prst="rect">
            <a:avLst/>
          </a:prstGeom>
          <a:noFill/>
        </p:spPr>
        <p:txBody>
          <a:bodyPr wrap="square" lIns="45720" tIns="27432" rIns="45720" bIns="27432" anchor="ctr">
            <a:spAutoFit/>
          </a:bodyPr>
          <a:lstStyle/>
          <a:p>
            <a:pPr algn="l">
              <a:spcBef>
                <a:spcPts val="0"/>
              </a:spcBef>
              <a:spcAft>
                <a:spcPts val="400"/>
              </a:spcAft>
            </a:pPr>
            <a:r>
              <a:rPr sz="1500" b="0" i="0">
                <a:solidFill>
                  <a:srgbClr val="222222"/>
                </a:solidFill>
                <a:latin typeface="Times New Roman"/>
                <a:cs typeface="Times New Roman"/>
              </a:rPr>
              <a:t>Build trustworthy labels: human pilot + pseudo-labels</a:t>
            </a:r>
          </a:p>
        </p:txBody>
      </p:sp>
      <p:sp>
        <p:nvSpPr>
          <p:cNvPr id="17" name="Oval 16"/>
          <p:cNvSpPr/>
          <p:nvPr/>
        </p:nvSpPr>
        <p:spPr>
          <a:xfrm>
            <a:off x="6400800" y="2876926"/>
            <a:ext cx="329184" cy="329184"/>
          </a:xfrm>
          <a:prstGeom prst="ellipse">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lstStyle/>
          <a:p>
            <a:pPr algn="ctr">
              <a:spcBef>
                <a:spcPts val="0"/>
              </a:spcBef>
              <a:spcAft>
                <a:spcPts val="0"/>
              </a:spcAft>
            </a:pPr>
            <a:r>
              <a:rPr sz="1300" b="1" i="0">
                <a:solidFill>
                  <a:srgbClr val="FFFFFF"/>
                </a:solidFill>
                <a:latin typeface="Times New Roman"/>
                <a:cs typeface="Times New Roman"/>
              </a:rPr>
              <a:t>3</a:t>
            </a:r>
          </a:p>
        </p:txBody>
      </p:sp>
      <p:sp>
        <p:nvSpPr>
          <p:cNvPr id="18" name="TextBox 17"/>
          <p:cNvSpPr txBox="1"/>
          <p:nvPr/>
        </p:nvSpPr>
        <p:spPr>
          <a:xfrm>
            <a:off x="6858000" y="2812919"/>
            <a:ext cx="4617720" cy="457200"/>
          </a:xfrm>
          <a:prstGeom prst="rect">
            <a:avLst/>
          </a:prstGeom>
          <a:noFill/>
        </p:spPr>
        <p:txBody>
          <a:bodyPr wrap="square" lIns="45720" tIns="27432" rIns="45720" bIns="27432" anchor="ctr">
            <a:spAutoFit/>
          </a:bodyPr>
          <a:lstStyle/>
          <a:p>
            <a:pPr algn="l">
              <a:spcBef>
                <a:spcPts val="0"/>
              </a:spcBef>
              <a:spcAft>
                <a:spcPts val="400"/>
              </a:spcAft>
            </a:pPr>
            <a:r>
              <a:rPr sz="1500" b="0" i="0">
                <a:solidFill>
                  <a:srgbClr val="222222"/>
                </a:solidFill>
                <a:latin typeface="Times New Roman"/>
                <a:cs typeface="Times New Roman"/>
              </a:rPr>
              <a:t>Explore class, length, recency and vocabulary profiles</a:t>
            </a:r>
          </a:p>
        </p:txBody>
      </p:sp>
      <p:sp>
        <p:nvSpPr>
          <p:cNvPr id="19" name="Oval 18"/>
          <p:cNvSpPr/>
          <p:nvPr/>
        </p:nvSpPr>
        <p:spPr>
          <a:xfrm>
            <a:off x="6400800" y="3398135"/>
            <a:ext cx="329184" cy="329184"/>
          </a:xfrm>
          <a:prstGeom prst="ellipse">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lstStyle/>
          <a:p>
            <a:pPr algn="ctr">
              <a:spcBef>
                <a:spcPts val="0"/>
              </a:spcBef>
              <a:spcAft>
                <a:spcPts val="0"/>
              </a:spcAft>
            </a:pPr>
            <a:r>
              <a:rPr sz="1300" b="1" i="0">
                <a:solidFill>
                  <a:srgbClr val="FFFFFF"/>
                </a:solidFill>
                <a:latin typeface="Times New Roman"/>
                <a:cs typeface="Times New Roman"/>
              </a:rPr>
              <a:t>4</a:t>
            </a:r>
          </a:p>
        </p:txBody>
      </p:sp>
      <p:sp>
        <p:nvSpPr>
          <p:cNvPr id="20" name="TextBox 19"/>
          <p:cNvSpPr txBox="1"/>
          <p:nvPr/>
        </p:nvSpPr>
        <p:spPr>
          <a:xfrm>
            <a:off x="6858000" y="3334127"/>
            <a:ext cx="4617720" cy="457200"/>
          </a:xfrm>
          <a:prstGeom prst="rect">
            <a:avLst/>
          </a:prstGeom>
          <a:noFill/>
        </p:spPr>
        <p:txBody>
          <a:bodyPr wrap="square" lIns="45720" tIns="27432" rIns="45720" bIns="27432" anchor="ctr">
            <a:spAutoFit/>
          </a:bodyPr>
          <a:lstStyle/>
          <a:p>
            <a:pPr algn="l">
              <a:spcBef>
                <a:spcPts val="0"/>
              </a:spcBef>
              <a:spcAft>
                <a:spcPts val="400"/>
              </a:spcAft>
            </a:pPr>
            <a:r>
              <a:rPr sz="1500" b="0" i="0">
                <a:solidFill>
                  <a:srgbClr val="222222"/>
                </a:solidFill>
                <a:latin typeface="Times New Roman"/>
                <a:cs typeface="Times New Roman"/>
              </a:rPr>
              <a:t>Zero-leakage 70/15/15 stratified experimental design</a:t>
            </a:r>
          </a:p>
        </p:txBody>
      </p:sp>
      <p:sp>
        <p:nvSpPr>
          <p:cNvPr id="21" name="Oval 20"/>
          <p:cNvSpPr/>
          <p:nvPr/>
        </p:nvSpPr>
        <p:spPr>
          <a:xfrm>
            <a:off x="6400800" y="3919343"/>
            <a:ext cx="329184" cy="329184"/>
          </a:xfrm>
          <a:prstGeom prst="ellipse">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lstStyle/>
          <a:p>
            <a:pPr algn="ctr">
              <a:spcBef>
                <a:spcPts val="0"/>
              </a:spcBef>
              <a:spcAft>
                <a:spcPts val="0"/>
              </a:spcAft>
            </a:pPr>
            <a:r>
              <a:rPr sz="1300" b="1" i="0">
                <a:solidFill>
                  <a:srgbClr val="FFFFFF"/>
                </a:solidFill>
                <a:latin typeface="Times New Roman"/>
                <a:cs typeface="Times New Roman"/>
              </a:rPr>
              <a:t>5</a:t>
            </a:r>
          </a:p>
        </p:txBody>
      </p:sp>
      <p:sp>
        <p:nvSpPr>
          <p:cNvPr id="22" name="TextBox 21"/>
          <p:cNvSpPr txBox="1"/>
          <p:nvPr/>
        </p:nvSpPr>
        <p:spPr>
          <a:xfrm>
            <a:off x="6858000" y="3855334"/>
            <a:ext cx="4617720" cy="457200"/>
          </a:xfrm>
          <a:prstGeom prst="rect">
            <a:avLst/>
          </a:prstGeom>
          <a:noFill/>
        </p:spPr>
        <p:txBody>
          <a:bodyPr wrap="square" lIns="45720" tIns="27432" rIns="45720" bIns="27432" anchor="ctr">
            <a:spAutoFit/>
          </a:bodyPr>
          <a:lstStyle/>
          <a:p>
            <a:pPr algn="l">
              <a:spcBef>
                <a:spcPts val="0"/>
              </a:spcBef>
              <a:spcAft>
                <a:spcPts val="400"/>
              </a:spcAft>
            </a:pPr>
            <a:r>
              <a:rPr sz="1500" b="0" i="0">
                <a:solidFill>
                  <a:srgbClr val="222222"/>
                </a:solidFill>
                <a:latin typeface="Times New Roman"/>
                <a:cs typeface="Times New Roman"/>
              </a:rPr>
              <a:t>Compare 5 TF-IDF classifiers, VADER and DistilBERT</a:t>
            </a:r>
          </a:p>
        </p:txBody>
      </p:sp>
      <p:sp>
        <p:nvSpPr>
          <p:cNvPr id="23" name="Oval 22"/>
          <p:cNvSpPr/>
          <p:nvPr/>
        </p:nvSpPr>
        <p:spPr>
          <a:xfrm>
            <a:off x="6400800" y="4440551"/>
            <a:ext cx="329184" cy="329184"/>
          </a:xfrm>
          <a:prstGeom prst="ellipse">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lstStyle/>
          <a:p>
            <a:pPr algn="ctr">
              <a:spcBef>
                <a:spcPts val="0"/>
              </a:spcBef>
              <a:spcAft>
                <a:spcPts val="0"/>
              </a:spcAft>
            </a:pPr>
            <a:r>
              <a:rPr sz="1300" b="1" i="0">
                <a:solidFill>
                  <a:srgbClr val="FFFFFF"/>
                </a:solidFill>
                <a:latin typeface="Times New Roman"/>
                <a:cs typeface="Times New Roman"/>
              </a:rPr>
              <a:t>6</a:t>
            </a:r>
          </a:p>
        </p:txBody>
      </p:sp>
      <p:sp>
        <p:nvSpPr>
          <p:cNvPr id="24" name="TextBox 23"/>
          <p:cNvSpPr txBox="1"/>
          <p:nvPr/>
        </p:nvSpPr>
        <p:spPr>
          <a:xfrm>
            <a:off x="6858000" y="4376543"/>
            <a:ext cx="4617720" cy="457200"/>
          </a:xfrm>
          <a:prstGeom prst="rect">
            <a:avLst/>
          </a:prstGeom>
          <a:noFill/>
        </p:spPr>
        <p:txBody>
          <a:bodyPr wrap="square" lIns="45720" tIns="27432" rIns="45720" bIns="27432" anchor="ctr">
            <a:spAutoFit/>
          </a:bodyPr>
          <a:lstStyle/>
          <a:p>
            <a:pPr algn="l">
              <a:spcBef>
                <a:spcPts val="0"/>
              </a:spcBef>
              <a:spcAft>
                <a:spcPts val="400"/>
              </a:spcAft>
            </a:pPr>
            <a:r>
              <a:rPr sz="1500" b="0" i="0">
                <a:solidFill>
                  <a:srgbClr val="222222"/>
                </a:solidFill>
                <a:latin typeface="Times New Roman"/>
                <a:cs typeface="Times New Roman"/>
              </a:rPr>
              <a:t>Evaluate with imbalance-aware metrics and error analysis</a:t>
            </a:r>
          </a:p>
        </p:txBody>
      </p:sp>
      <p:sp>
        <p:nvSpPr>
          <p:cNvPr id="25" name="Oval 24"/>
          <p:cNvSpPr/>
          <p:nvPr/>
        </p:nvSpPr>
        <p:spPr>
          <a:xfrm>
            <a:off x="6400800" y="4961759"/>
            <a:ext cx="329184" cy="329184"/>
          </a:xfrm>
          <a:prstGeom prst="ellipse">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lstStyle/>
          <a:p>
            <a:pPr algn="ctr">
              <a:spcBef>
                <a:spcPts val="0"/>
              </a:spcBef>
              <a:spcAft>
                <a:spcPts val="0"/>
              </a:spcAft>
            </a:pPr>
            <a:r>
              <a:rPr sz="1300" b="1" i="0">
                <a:solidFill>
                  <a:srgbClr val="FFFFFF"/>
                </a:solidFill>
                <a:latin typeface="Times New Roman"/>
                <a:cs typeface="Times New Roman"/>
              </a:rPr>
              <a:t>7</a:t>
            </a:r>
          </a:p>
        </p:txBody>
      </p:sp>
      <p:sp>
        <p:nvSpPr>
          <p:cNvPr id="26" name="TextBox 25"/>
          <p:cNvSpPr txBox="1"/>
          <p:nvPr/>
        </p:nvSpPr>
        <p:spPr>
          <a:xfrm>
            <a:off x="6858000" y="4897751"/>
            <a:ext cx="4617720" cy="457200"/>
          </a:xfrm>
          <a:prstGeom prst="rect">
            <a:avLst/>
          </a:prstGeom>
          <a:noFill/>
        </p:spPr>
        <p:txBody>
          <a:bodyPr wrap="square" lIns="45720" tIns="27432" rIns="45720" bIns="27432" anchor="ctr">
            <a:spAutoFit/>
          </a:bodyPr>
          <a:lstStyle/>
          <a:p>
            <a:pPr algn="l">
              <a:spcBef>
                <a:spcPts val="0"/>
              </a:spcBef>
              <a:spcAft>
                <a:spcPts val="400"/>
              </a:spcAft>
            </a:pPr>
            <a:r>
              <a:rPr sz="1500" b="0" i="0">
                <a:solidFill>
                  <a:srgbClr val="222222"/>
                </a:solidFill>
                <a:latin typeface="Times New Roman"/>
                <a:cs typeface="Times New Roman"/>
              </a:rPr>
              <a:t>Interpret sentiment drivers and deploy a FastAPI + React platform</a:t>
            </a:r>
          </a:p>
        </p:txBody>
      </p:sp>
      <p:sp>
        <p:nvSpPr>
          <p:cNvPr id="27" name="Rounded Rectangle 26"/>
          <p:cNvSpPr/>
          <p:nvPr/>
        </p:nvSpPr>
        <p:spPr>
          <a:xfrm>
            <a:off x="694944" y="5629421"/>
            <a:ext cx="10012680" cy="731520"/>
          </a:xfrm>
          <a:prstGeom prst="roundRect">
            <a:avLst>
              <a:gd name="adj" fmla="val 5000"/>
            </a:avLst>
          </a:prstGeom>
          <a:solidFill>
            <a:srgbClr val="0E5E5A"/>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lstStyle/>
          <a:p>
            <a:pPr algn="l">
              <a:spcBef>
                <a:spcPts val="0"/>
              </a:spcBef>
              <a:spcAft>
                <a:spcPts val="0"/>
              </a:spcAft>
            </a:pPr>
            <a:r>
              <a:rPr sz="1400" b="1" i="0" dirty="0">
                <a:solidFill>
                  <a:srgbClr val="FFFFFF"/>
                </a:solidFill>
                <a:latin typeface="Times New Roman"/>
                <a:cs typeface="Times New Roman"/>
              </a:rPr>
              <a:t>Contribution: </a:t>
            </a:r>
            <a:r>
              <a:rPr sz="1400" b="0" i="0" dirty="0">
                <a:solidFill>
                  <a:srgbClr val="FFFFFF"/>
                </a:solidFill>
                <a:latin typeface="Times New Roman"/>
                <a:cs typeface="Times New Roman"/>
              </a:rPr>
              <a:t>documented hybrid labelling with measured agreement, an explicit label-leakage audit, a like-for-like comparison of classical, lexicon and transformer models, and a deployed platform.</a:t>
            </a:r>
          </a:p>
        </p:txBody>
      </p:sp>
    </p:spTree>
    <p:custDataLst>
      <p:tags r:id="rId1"/>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vert="horz" wrap="square" lIns="0" tIns="0" rIns="0" bIns="0" rtlCol="0" anchor="b">
            <a:normAutofit/>
          </a:bodyPr>
          <a:lstStyle>
            <a:lvl1pPr>
              <a:defRPr>
                <a:latin typeface="+mj-lt"/>
                <a:sym typeface="+mj-ea"/>
              </a:defRPr>
            </a:lvl1pPr>
          </a:lstStyle>
          <a:p>
            <a:pPr lvl="0" algn="l">
              <a:buClrTx/>
              <a:buSzTx/>
              <a:buFontTx/>
            </a:pPr>
            <a:r>
              <a:rPr lang="en-US" dirty="0">
                <a:latin typeface="Times New Roman" panose="02020603050405020304" charset="0"/>
                <a:ea typeface="+mj-ea"/>
                <a:cs typeface="Times New Roman" panose="02020603050405020304" charset="0"/>
                <a:sym typeface="+mn-ea"/>
              </a:rPr>
              <a:t>SPECIFICATION &amp; DESIGN: USE CASE DIAGRAM</a:t>
            </a:r>
          </a:p>
        </p:txBody>
      </p:sp>
      <p:sp>
        <p:nvSpPr>
          <p:cNvPr id="2" name="Slide Number Placeholder 1"/>
          <p:cNvSpPr>
            <a:spLocks noGrp="1"/>
          </p:cNvSpPr>
          <p:nvPr>
            <p:ph type="sldNum" sz="quarter" idx="12"/>
          </p:nvPr>
        </p:nvSpPr>
        <p:spPr/>
        <p:txBody>
          <a:bodyPr/>
          <a:lstStyle/>
          <a:p>
            <a:fld id="{BE5F26B5-172A-4DC2-B0B7-181CFC56B87C}" type="slidenum">
              <a:rPr lang="en-US" smtClean="0">
                <a:latin typeface="Times New Roman" panose="02020603050405020304" charset="0"/>
                <a:cs typeface="Times New Roman" panose="02020603050405020304" charset="0"/>
              </a:rPr>
              <a:t>5</a:t>
            </a:fld>
            <a:endParaRPr lang="en-US" smtClean="0">
              <a:latin typeface="Times New Roman" panose="02020603050405020304" charset="0"/>
              <a:cs typeface="Times New Roman" panose="02020603050405020304" charset="0"/>
            </a:endParaRPr>
          </a:p>
        </p:txBody>
      </p:sp>
      <p:sp>
        <p:nvSpPr>
          <p:cNvPr id="4" name="Rounded Rectangle 3"/>
          <p:cNvSpPr/>
          <p:nvPr/>
        </p:nvSpPr>
        <p:spPr>
          <a:xfrm>
            <a:off x="2514600" y="1500755"/>
            <a:ext cx="3749039" cy="4434840"/>
          </a:xfrm>
          <a:prstGeom prst="roundRect">
            <a:avLst>
              <a:gd name="adj" fmla="val 3000"/>
            </a:avLst>
          </a:prstGeom>
          <a:solidFill>
            <a:srgbClr val="F3FAF9"/>
          </a:solidFill>
          <a:ln w="15875">
            <a:solidFill>
              <a:srgbClr val="1A9E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15616" y="1607050"/>
            <a:ext cx="3749039" cy="320040"/>
          </a:xfrm>
          <a:prstGeom prst="rect">
            <a:avLst/>
          </a:prstGeom>
          <a:noFill/>
        </p:spPr>
        <p:txBody>
          <a:bodyPr wrap="square" lIns="45720" tIns="27432" rIns="45720" bIns="27432" anchor="t">
            <a:spAutoFit/>
          </a:bodyPr>
          <a:lstStyle/>
          <a:p>
            <a:pPr algn="ctr">
              <a:spcBef>
                <a:spcPts val="0"/>
              </a:spcBef>
              <a:spcAft>
                <a:spcPts val="400"/>
              </a:spcAft>
            </a:pPr>
            <a:r>
              <a:rPr sz="1300" b="1" i="0">
                <a:solidFill>
                  <a:srgbClr val="0E5E5A"/>
                </a:solidFill>
                <a:latin typeface="Times New Roman"/>
                <a:cs typeface="Times New Roman"/>
              </a:rPr>
              <a:t>Sentiment Intelligence Platform</a:t>
            </a:r>
          </a:p>
        </p:txBody>
      </p:sp>
      <p:cxnSp>
        <p:nvCxnSpPr>
          <p:cNvPr id="6" name="Connector 5"/>
          <p:cNvCxnSpPr/>
          <p:nvPr/>
        </p:nvCxnSpPr>
        <p:spPr>
          <a:xfrm flipV="1">
            <a:off x="2159000" y="2247130"/>
            <a:ext cx="539496" cy="978408"/>
          </a:xfrm>
          <a:prstGeom prst="line">
            <a:avLst/>
          </a:prstGeom>
          <a:ln w="12700">
            <a:solidFill>
              <a:srgbClr val="7A8F8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2159000" y="2795770"/>
            <a:ext cx="539496" cy="429768"/>
          </a:xfrm>
          <a:prstGeom prst="line">
            <a:avLst/>
          </a:prstGeom>
          <a:ln w="12700">
            <a:solidFill>
              <a:srgbClr val="7A8F8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159000" y="3225538"/>
            <a:ext cx="539496" cy="118871"/>
          </a:xfrm>
          <a:prstGeom prst="line">
            <a:avLst/>
          </a:prstGeom>
          <a:ln w="12700">
            <a:solidFill>
              <a:srgbClr val="7A8F8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59000" y="3225538"/>
            <a:ext cx="539496" cy="667511"/>
          </a:xfrm>
          <a:prstGeom prst="line">
            <a:avLst/>
          </a:prstGeom>
          <a:ln w="12700">
            <a:solidFill>
              <a:srgbClr val="7A8F8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159000" y="3225538"/>
            <a:ext cx="539496" cy="1216152"/>
          </a:xfrm>
          <a:prstGeom prst="line">
            <a:avLst/>
          </a:prstGeom>
          <a:ln w="12700">
            <a:solidFill>
              <a:srgbClr val="7A8F8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159000" y="3225538"/>
            <a:ext cx="539496" cy="1764792"/>
          </a:xfrm>
          <a:prstGeom prst="line">
            <a:avLst/>
          </a:prstGeom>
          <a:ln w="12700">
            <a:solidFill>
              <a:srgbClr val="7A8F8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159000" y="2795770"/>
            <a:ext cx="539496" cy="1892807"/>
          </a:xfrm>
          <a:prstGeom prst="line">
            <a:avLst/>
          </a:prstGeom>
          <a:ln w="12700">
            <a:solidFill>
              <a:srgbClr val="7A8F8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159000" y="4441690"/>
            <a:ext cx="539496" cy="246887"/>
          </a:xfrm>
          <a:prstGeom prst="line">
            <a:avLst/>
          </a:prstGeom>
          <a:ln w="12700">
            <a:solidFill>
              <a:srgbClr val="7A8F8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59000" y="4688577"/>
            <a:ext cx="539496" cy="850393"/>
          </a:xfrm>
          <a:prstGeom prst="line">
            <a:avLst/>
          </a:prstGeom>
          <a:ln w="12700">
            <a:solidFill>
              <a:srgbClr val="7A8F8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6081776" y="2247130"/>
            <a:ext cx="457200" cy="1709927"/>
          </a:xfrm>
          <a:prstGeom prst="line">
            <a:avLst/>
          </a:prstGeom>
          <a:ln w="12700">
            <a:solidFill>
              <a:srgbClr val="7A8F8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6081776" y="2795770"/>
            <a:ext cx="457200" cy="1161287"/>
          </a:xfrm>
          <a:prstGeom prst="line">
            <a:avLst/>
          </a:prstGeom>
          <a:ln w="12700">
            <a:solidFill>
              <a:srgbClr val="7A8F8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6081776" y="3344409"/>
            <a:ext cx="457200" cy="612648"/>
          </a:xfrm>
          <a:prstGeom prst="line">
            <a:avLst/>
          </a:prstGeom>
          <a:ln w="12700">
            <a:solidFill>
              <a:srgbClr val="7A8F8D"/>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2698496" y="2018530"/>
            <a:ext cx="3383280" cy="457200"/>
          </a:xfrm>
          <a:prstGeom prst="ellipse">
            <a:avLst/>
          </a:prstGeom>
          <a:solidFill>
            <a:srgbClr val="FFFFFF"/>
          </a:solidFill>
          <a:ln w="15875">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45720" tIns="54864" rIns="45720" bIns="54864" rtlCol="0" anchor="ctr"/>
          <a:lstStyle/>
          <a:p>
            <a:pPr algn="ctr">
              <a:spcBef>
                <a:spcPts val="0"/>
              </a:spcBef>
              <a:spcAft>
                <a:spcPts val="0"/>
              </a:spcAft>
            </a:pPr>
            <a:r>
              <a:rPr sz="1400" b="0" i="0">
                <a:solidFill>
                  <a:srgbClr val="222222"/>
                </a:solidFill>
                <a:latin typeface="Times New Roman"/>
                <a:cs typeface="Times New Roman"/>
              </a:rPr>
              <a:t>Predict sentiment of a review</a:t>
            </a:r>
          </a:p>
        </p:txBody>
      </p:sp>
      <p:sp>
        <p:nvSpPr>
          <p:cNvPr id="19" name="Oval 18"/>
          <p:cNvSpPr/>
          <p:nvPr/>
        </p:nvSpPr>
        <p:spPr>
          <a:xfrm>
            <a:off x="2698496" y="2567170"/>
            <a:ext cx="3383280" cy="457200"/>
          </a:xfrm>
          <a:prstGeom prst="ellipse">
            <a:avLst/>
          </a:prstGeom>
          <a:solidFill>
            <a:srgbClr val="FFFFFF"/>
          </a:solidFill>
          <a:ln w="15875">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45720" tIns="54864" rIns="45720" bIns="54864" rtlCol="0" anchor="ctr"/>
          <a:lstStyle/>
          <a:p>
            <a:pPr algn="ctr">
              <a:spcBef>
                <a:spcPts val="0"/>
              </a:spcBef>
              <a:spcAft>
                <a:spcPts val="0"/>
              </a:spcAft>
            </a:pPr>
            <a:r>
              <a:rPr sz="1400" b="0" i="0">
                <a:solidFill>
                  <a:srgbClr val="222222"/>
                </a:solidFill>
                <a:latin typeface="Times New Roman"/>
                <a:cs typeface="Times New Roman"/>
              </a:rPr>
              <a:t>Compare models (sandbox)</a:t>
            </a:r>
          </a:p>
        </p:txBody>
      </p:sp>
      <p:sp>
        <p:nvSpPr>
          <p:cNvPr id="20" name="Oval 19"/>
          <p:cNvSpPr/>
          <p:nvPr/>
        </p:nvSpPr>
        <p:spPr>
          <a:xfrm>
            <a:off x="2698496" y="3115809"/>
            <a:ext cx="3383280" cy="457200"/>
          </a:xfrm>
          <a:prstGeom prst="ellipse">
            <a:avLst/>
          </a:prstGeom>
          <a:solidFill>
            <a:srgbClr val="FFFFFF"/>
          </a:solidFill>
          <a:ln w="15875">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45720" tIns="54864" rIns="45720" bIns="54864" rtlCol="0" anchor="ctr"/>
          <a:lstStyle/>
          <a:p>
            <a:pPr algn="ctr">
              <a:spcBef>
                <a:spcPts val="0"/>
              </a:spcBef>
              <a:spcAft>
                <a:spcPts val="0"/>
              </a:spcAft>
            </a:pPr>
            <a:r>
              <a:rPr sz="1400" b="0" i="0">
                <a:solidFill>
                  <a:srgbClr val="222222"/>
                </a:solidFill>
                <a:latin typeface="Times New Roman"/>
                <a:cs typeface="Times New Roman"/>
              </a:rPr>
              <a:t>Upload a batch of reviews</a:t>
            </a:r>
          </a:p>
        </p:txBody>
      </p:sp>
      <p:sp>
        <p:nvSpPr>
          <p:cNvPr id="21" name="Oval 20"/>
          <p:cNvSpPr/>
          <p:nvPr/>
        </p:nvSpPr>
        <p:spPr>
          <a:xfrm>
            <a:off x="2698496" y="3664450"/>
            <a:ext cx="3383280" cy="457200"/>
          </a:xfrm>
          <a:prstGeom prst="ellipse">
            <a:avLst/>
          </a:prstGeom>
          <a:solidFill>
            <a:srgbClr val="FFFFFF"/>
          </a:solidFill>
          <a:ln w="15875">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45720" tIns="54864" rIns="45720" bIns="54864" rtlCol="0" anchor="ctr"/>
          <a:lstStyle/>
          <a:p>
            <a:pPr algn="ctr">
              <a:spcBef>
                <a:spcPts val="0"/>
              </a:spcBef>
              <a:spcAft>
                <a:spcPts val="0"/>
              </a:spcAft>
            </a:pPr>
            <a:r>
              <a:rPr sz="1400" b="0" i="0">
                <a:solidFill>
                  <a:srgbClr val="222222"/>
                </a:solidFill>
                <a:latin typeface="Times New Roman"/>
                <a:cs typeface="Times New Roman"/>
              </a:rPr>
              <a:t>Browse and filter reviews</a:t>
            </a:r>
          </a:p>
        </p:txBody>
      </p:sp>
      <p:sp>
        <p:nvSpPr>
          <p:cNvPr id="22" name="Oval 21"/>
          <p:cNvSpPr/>
          <p:nvPr/>
        </p:nvSpPr>
        <p:spPr>
          <a:xfrm>
            <a:off x="2698496" y="4213090"/>
            <a:ext cx="3383280" cy="457200"/>
          </a:xfrm>
          <a:prstGeom prst="ellipse">
            <a:avLst/>
          </a:prstGeom>
          <a:solidFill>
            <a:srgbClr val="FFFFFF"/>
          </a:solidFill>
          <a:ln w="15875">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45720" tIns="54864" rIns="45720" bIns="54864" rtlCol="0" anchor="ctr"/>
          <a:lstStyle/>
          <a:p>
            <a:pPr algn="ctr">
              <a:spcBef>
                <a:spcPts val="0"/>
              </a:spcBef>
              <a:spcAft>
                <a:spcPts val="0"/>
              </a:spcAft>
            </a:pPr>
            <a:r>
              <a:rPr sz="1400" b="0" i="0">
                <a:solidFill>
                  <a:srgbClr val="222222"/>
                </a:solidFill>
                <a:latin typeface="Times New Roman"/>
                <a:cs typeface="Times New Roman"/>
              </a:rPr>
              <a:t>View analytics and KPIs</a:t>
            </a:r>
          </a:p>
        </p:txBody>
      </p:sp>
      <p:sp>
        <p:nvSpPr>
          <p:cNvPr id="23" name="Oval 22"/>
          <p:cNvSpPr/>
          <p:nvPr/>
        </p:nvSpPr>
        <p:spPr>
          <a:xfrm>
            <a:off x="2698496" y="4761730"/>
            <a:ext cx="3383280" cy="457200"/>
          </a:xfrm>
          <a:prstGeom prst="ellipse">
            <a:avLst/>
          </a:prstGeom>
          <a:solidFill>
            <a:srgbClr val="FFFFFF"/>
          </a:solidFill>
          <a:ln w="15875">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45720" tIns="54864" rIns="45720" bIns="54864" rtlCol="0" anchor="ctr"/>
          <a:lstStyle/>
          <a:p>
            <a:pPr algn="ctr">
              <a:spcBef>
                <a:spcPts val="0"/>
              </a:spcBef>
              <a:spcAft>
                <a:spcPts val="0"/>
              </a:spcAft>
            </a:pPr>
            <a:r>
              <a:rPr sz="1400" b="0" i="0">
                <a:solidFill>
                  <a:srgbClr val="222222"/>
                </a:solidFill>
                <a:latin typeface="Times New Roman"/>
                <a:cs typeface="Times New Roman"/>
              </a:rPr>
              <a:t>Export executive report</a:t>
            </a:r>
          </a:p>
        </p:txBody>
      </p:sp>
      <p:sp>
        <p:nvSpPr>
          <p:cNvPr id="24" name="Oval 23"/>
          <p:cNvSpPr/>
          <p:nvPr/>
        </p:nvSpPr>
        <p:spPr>
          <a:xfrm>
            <a:off x="2698496" y="5310370"/>
            <a:ext cx="3383280" cy="457200"/>
          </a:xfrm>
          <a:prstGeom prst="ellipse">
            <a:avLst/>
          </a:prstGeom>
          <a:solidFill>
            <a:srgbClr val="FFFFFF"/>
          </a:solidFill>
          <a:ln w="15875">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45720" tIns="54864" rIns="45720" bIns="54864" rtlCol="0" anchor="ctr"/>
          <a:lstStyle/>
          <a:p>
            <a:pPr algn="ctr">
              <a:spcBef>
                <a:spcPts val="0"/>
              </a:spcBef>
              <a:spcAft>
                <a:spcPts val="0"/>
              </a:spcAft>
            </a:pPr>
            <a:r>
              <a:rPr sz="1400" b="0" i="0">
                <a:solidFill>
                  <a:srgbClr val="222222"/>
                </a:solidFill>
                <a:latin typeface="Times New Roman"/>
                <a:cs typeface="Times New Roman"/>
              </a:rPr>
              <a:t>Run evaluation pipeline</a:t>
            </a:r>
          </a:p>
        </p:txBody>
      </p:sp>
      <p:sp>
        <p:nvSpPr>
          <p:cNvPr id="25" name="Rounded Rectangle 24"/>
          <p:cNvSpPr/>
          <p:nvPr/>
        </p:nvSpPr>
        <p:spPr>
          <a:xfrm>
            <a:off x="695960" y="2905498"/>
            <a:ext cx="1463040" cy="640080"/>
          </a:xfrm>
          <a:prstGeom prst="roundRect">
            <a:avLst>
              <a:gd name="adj" fmla="val 25000"/>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54864" rIns="45720" bIns="54864" rtlCol="0" anchor="ctr"/>
          <a:lstStyle/>
          <a:p>
            <a:pPr algn="ctr">
              <a:spcBef>
                <a:spcPts val="0"/>
              </a:spcBef>
              <a:spcAft>
                <a:spcPts val="0"/>
              </a:spcAft>
            </a:pPr>
            <a:r>
              <a:rPr sz="1500" b="1" i="0">
                <a:solidFill>
                  <a:srgbClr val="FFFFFF"/>
                </a:solidFill>
                <a:latin typeface="Times New Roman"/>
                <a:cs typeface="Times New Roman"/>
              </a:rPr>
              <a:t>Business user</a:t>
            </a:r>
          </a:p>
        </p:txBody>
      </p:sp>
      <p:sp>
        <p:nvSpPr>
          <p:cNvPr id="26" name="Rounded Rectangle 25"/>
          <p:cNvSpPr/>
          <p:nvPr/>
        </p:nvSpPr>
        <p:spPr>
          <a:xfrm>
            <a:off x="695960" y="4368538"/>
            <a:ext cx="1463040" cy="640080"/>
          </a:xfrm>
          <a:prstGeom prst="roundRect">
            <a:avLst>
              <a:gd name="adj" fmla="val 25000"/>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54864" rIns="45720" bIns="54864" rtlCol="0" anchor="ctr"/>
          <a:lstStyle/>
          <a:p>
            <a:pPr algn="ctr">
              <a:spcBef>
                <a:spcPts val="0"/>
              </a:spcBef>
              <a:spcAft>
                <a:spcPts val="0"/>
              </a:spcAft>
            </a:pPr>
            <a:r>
              <a:rPr sz="1500" b="1" i="0">
                <a:solidFill>
                  <a:srgbClr val="FFFFFF"/>
                </a:solidFill>
                <a:latin typeface="Times New Roman"/>
                <a:cs typeface="Times New Roman"/>
              </a:rPr>
              <a:t>Technical user</a:t>
            </a:r>
          </a:p>
        </p:txBody>
      </p:sp>
      <p:sp>
        <p:nvSpPr>
          <p:cNvPr id="27" name="Rounded Rectangle 26"/>
          <p:cNvSpPr/>
          <p:nvPr/>
        </p:nvSpPr>
        <p:spPr>
          <a:xfrm>
            <a:off x="6538976" y="3637018"/>
            <a:ext cx="1463040" cy="640080"/>
          </a:xfrm>
          <a:prstGeom prst="roundRect">
            <a:avLst>
              <a:gd name="adj" fmla="val 25000"/>
            </a:avLst>
          </a:prstGeom>
          <a:solidFill>
            <a:srgbClr val="0E5E5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54864" rIns="45720" bIns="54864" rtlCol="0" anchor="ctr"/>
          <a:lstStyle/>
          <a:p>
            <a:pPr algn="ctr">
              <a:spcBef>
                <a:spcPts val="0"/>
              </a:spcBef>
              <a:spcAft>
                <a:spcPts val="0"/>
              </a:spcAft>
            </a:pPr>
            <a:r>
              <a:rPr sz="1500" b="1" i="0">
                <a:solidFill>
                  <a:srgbClr val="FFFFFF"/>
                </a:solidFill>
                <a:latin typeface="Times New Roman"/>
                <a:cs typeface="Times New Roman"/>
              </a:rPr>
              <a:t>Model service</a:t>
            </a:r>
          </a:p>
        </p:txBody>
      </p:sp>
      <p:sp>
        <p:nvSpPr>
          <p:cNvPr id="28" name="Rounded Rectangle 27"/>
          <p:cNvSpPr/>
          <p:nvPr/>
        </p:nvSpPr>
        <p:spPr>
          <a:xfrm>
            <a:off x="8199825" y="1502174"/>
            <a:ext cx="3444862" cy="4086808"/>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54864" rtlCol="0" anchor="t"/>
          <a:lstStyle/>
          <a:p>
            <a:pPr algn="l">
              <a:spcBef>
                <a:spcPts val="0"/>
              </a:spcBef>
              <a:spcAft>
                <a:spcPts val="600"/>
              </a:spcAft>
            </a:pPr>
            <a:r>
              <a:rPr sz="1800" b="1" i="0" dirty="0">
                <a:solidFill>
                  <a:srgbClr val="0E5E5A"/>
                </a:solidFill>
                <a:latin typeface="Times New Roman"/>
                <a:cs typeface="Times New Roman"/>
              </a:rPr>
              <a:t>Key requirements</a:t>
            </a:r>
          </a:p>
          <a:p>
            <a:pPr marL="228600" indent="-228600" algn="l">
              <a:spcBef>
                <a:spcPts val="0"/>
              </a:spcBef>
              <a:spcAft>
                <a:spcPts val="500"/>
              </a:spcAft>
              <a:buClr>
                <a:srgbClr val="0070C0"/>
              </a:buClr>
              <a:buFont typeface="Wingdings" pitchFamily="2" charset="2"/>
              <a:buChar char="§"/>
            </a:pPr>
            <a:r>
              <a:rPr sz="1500" b="0" i="0" dirty="0">
                <a:solidFill>
                  <a:srgbClr val="222222"/>
                </a:solidFill>
                <a:latin typeface="Times New Roman"/>
                <a:cs typeface="Times New Roman"/>
              </a:rPr>
              <a:t>Single and batch scoring (CSV, XLSX, JSON) with class probabilities</a:t>
            </a:r>
          </a:p>
          <a:p>
            <a:pPr marL="228600" indent="-228600" algn="l">
              <a:spcBef>
                <a:spcPts val="0"/>
              </a:spcBef>
              <a:spcAft>
                <a:spcPts val="500"/>
              </a:spcAft>
              <a:buClr>
                <a:srgbClr val="0070C0"/>
              </a:buClr>
              <a:buFont typeface="Wingdings" pitchFamily="2" charset="2"/>
              <a:buChar char="§"/>
            </a:pPr>
            <a:r>
              <a:rPr sz="1500" b="0" i="0" dirty="0">
                <a:solidFill>
                  <a:srgbClr val="222222"/>
                </a:solidFill>
                <a:latin typeface="Times New Roman"/>
                <a:cs typeface="Times New Roman"/>
              </a:rPr>
              <a:t>Multi-model sandbox: classical models and </a:t>
            </a:r>
            <a:r>
              <a:rPr sz="1500" b="0" i="0" dirty="0" err="1">
                <a:solidFill>
                  <a:srgbClr val="222222"/>
                </a:solidFill>
                <a:latin typeface="Times New Roman"/>
                <a:cs typeface="Times New Roman"/>
              </a:rPr>
              <a:t>DistilBERT</a:t>
            </a:r>
            <a:r>
              <a:rPr sz="1500" b="0" i="0" dirty="0">
                <a:solidFill>
                  <a:srgbClr val="222222"/>
                </a:solidFill>
                <a:latin typeface="Times New Roman"/>
                <a:cs typeface="Times New Roman"/>
              </a:rPr>
              <a:t> side by side</a:t>
            </a:r>
          </a:p>
          <a:p>
            <a:pPr marL="228600" indent="-228600" algn="l">
              <a:spcBef>
                <a:spcPts val="0"/>
              </a:spcBef>
              <a:spcAft>
                <a:spcPts val="500"/>
              </a:spcAft>
              <a:buClr>
                <a:srgbClr val="0070C0"/>
              </a:buClr>
              <a:buFont typeface="Wingdings" pitchFamily="2" charset="2"/>
              <a:buChar char="§"/>
            </a:pPr>
            <a:r>
              <a:rPr sz="1500" b="0" i="0" dirty="0" err="1">
                <a:solidFill>
                  <a:srgbClr val="222222"/>
                </a:solidFill>
                <a:latin typeface="Times New Roman"/>
                <a:cs typeface="Times New Roman"/>
              </a:rPr>
              <a:t>Explainability</a:t>
            </a:r>
            <a:r>
              <a:rPr sz="1500" b="0" i="0" dirty="0">
                <a:solidFill>
                  <a:srgbClr val="222222"/>
                </a:solidFill>
                <a:latin typeface="Times New Roman"/>
                <a:cs typeface="Times New Roman"/>
              </a:rPr>
              <a:t>: influential terms behind each prediction</a:t>
            </a:r>
          </a:p>
          <a:p>
            <a:pPr marL="228600" indent="-228600" algn="l">
              <a:spcBef>
                <a:spcPts val="0"/>
              </a:spcBef>
              <a:spcAft>
                <a:spcPts val="500"/>
              </a:spcAft>
              <a:buClr>
                <a:srgbClr val="0070C0"/>
              </a:buClr>
              <a:buFont typeface="Wingdings" pitchFamily="2" charset="2"/>
              <a:buChar char="§"/>
            </a:pPr>
            <a:r>
              <a:rPr sz="1500" b="0" i="0" dirty="0">
                <a:solidFill>
                  <a:srgbClr val="222222"/>
                </a:solidFill>
                <a:latin typeface="Times New Roman"/>
                <a:cs typeface="Times New Roman"/>
              </a:rPr>
              <a:t>Real-time inference: Linear SVM &lt; 1 </a:t>
            </a:r>
            <a:r>
              <a:rPr sz="1500" b="0" i="0" dirty="0" err="1">
                <a:solidFill>
                  <a:srgbClr val="222222"/>
                </a:solidFill>
                <a:latin typeface="Times New Roman"/>
                <a:cs typeface="Times New Roman"/>
              </a:rPr>
              <a:t>ms</a:t>
            </a:r>
            <a:r>
              <a:rPr sz="1500" b="0" i="0" dirty="0">
                <a:solidFill>
                  <a:srgbClr val="222222"/>
                </a:solidFill>
                <a:latin typeface="Times New Roman"/>
                <a:cs typeface="Times New Roman"/>
              </a:rPr>
              <a:t>, </a:t>
            </a:r>
            <a:r>
              <a:rPr sz="1500" b="0" i="0" dirty="0" err="1">
                <a:solidFill>
                  <a:srgbClr val="222222"/>
                </a:solidFill>
                <a:latin typeface="Times New Roman"/>
                <a:cs typeface="Times New Roman"/>
              </a:rPr>
              <a:t>DistilBERT</a:t>
            </a:r>
            <a:r>
              <a:rPr sz="1500" b="0" i="0" dirty="0">
                <a:solidFill>
                  <a:srgbClr val="222222"/>
                </a:solidFill>
                <a:latin typeface="Times New Roman"/>
                <a:cs typeface="Times New Roman"/>
              </a:rPr>
              <a:t> ≈ 8.5 </a:t>
            </a:r>
            <a:r>
              <a:rPr sz="1500" b="0" i="0" dirty="0" err="1">
                <a:solidFill>
                  <a:srgbClr val="222222"/>
                </a:solidFill>
                <a:latin typeface="Times New Roman"/>
                <a:cs typeface="Times New Roman"/>
              </a:rPr>
              <a:t>ms</a:t>
            </a:r>
            <a:r>
              <a:rPr sz="1500" b="0" i="0" dirty="0">
                <a:solidFill>
                  <a:srgbClr val="222222"/>
                </a:solidFill>
                <a:latin typeface="Times New Roman"/>
                <a:cs typeface="Times New Roman"/>
              </a:rPr>
              <a:t> per review on CPU</a:t>
            </a:r>
          </a:p>
          <a:p>
            <a:pPr marL="228600" indent="-228600" algn="l">
              <a:spcBef>
                <a:spcPts val="0"/>
              </a:spcBef>
              <a:spcAft>
                <a:spcPts val="400"/>
              </a:spcAft>
              <a:buClr>
                <a:srgbClr val="0070C0"/>
              </a:buClr>
              <a:buFont typeface="Wingdings" pitchFamily="2" charset="2"/>
              <a:buChar char="§"/>
            </a:pPr>
            <a:r>
              <a:rPr sz="1500" b="0" i="0" dirty="0">
                <a:solidFill>
                  <a:srgbClr val="222222"/>
                </a:solidFill>
                <a:latin typeface="Times New Roman"/>
                <a:cs typeface="Times New Roman"/>
              </a:rPr>
              <a:t>One-command reproducibility, with no validation or test information used in fitting</a:t>
            </a:r>
          </a:p>
        </p:txBody>
      </p:sp>
    </p:spTree>
    <p:custDataLst>
      <p:tags r:id="rId1"/>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vert="horz" wrap="square" lIns="0" tIns="0" rIns="0" bIns="0" rtlCol="0" anchor="b">
            <a:normAutofit/>
          </a:bodyPr>
          <a:lstStyle>
            <a:lvl1pPr>
              <a:defRPr>
                <a:latin typeface="+mj-lt"/>
                <a:sym typeface="+mj-ea"/>
              </a:defRPr>
            </a:lvl1pPr>
          </a:lstStyle>
          <a:p>
            <a:pPr lvl="0" algn="l">
              <a:buClrTx/>
              <a:buSzTx/>
              <a:buFontTx/>
            </a:pPr>
            <a:r>
              <a:rPr lang="en-US" dirty="0">
                <a:latin typeface="Times New Roman" panose="02020603050405020304" charset="0"/>
                <a:ea typeface="+mj-ea"/>
                <a:cs typeface="Times New Roman" panose="02020603050405020304" charset="0"/>
                <a:sym typeface="+mn-ea"/>
              </a:rPr>
              <a:t>SPECIFICATION &amp; DESIGN</a:t>
            </a:r>
            <a:r>
              <a:rPr lang="en-US" dirty="0" smtClean="0">
                <a:latin typeface="Times New Roman" panose="02020603050405020304" charset="0"/>
                <a:ea typeface="+mj-ea"/>
                <a:cs typeface="Times New Roman" panose="02020603050405020304" charset="0"/>
                <a:sym typeface="+mn-ea"/>
              </a:rPr>
              <a:t>: MODEL PIPELINE</a:t>
            </a:r>
            <a:endParaRPr lang="en-US" dirty="0">
              <a:latin typeface="Times New Roman" panose="02020603050405020304" charset="0"/>
              <a:ea typeface="+mj-ea"/>
              <a:cs typeface="Times New Roman" panose="02020603050405020304" charset="0"/>
              <a:sym typeface="+mn-ea"/>
            </a:endParaRPr>
          </a:p>
        </p:txBody>
      </p:sp>
      <p:sp>
        <p:nvSpPr>
          <p:cNvPr id="2" name="Slide Number Placeholder 1"/>
          <p:cNvSpPr>
            <a:spLocks noGrp="1"/>
          </p:cNvSpPr>
          <p:nvPr>
            <p:ph type="sldNum" sz="quarter" idx="12"/>
          </p:nvPr>
        </p:nvSpPr>
        <p:spPr/>
        <p:txBody>
          <a:bodyPr/>
          <a:lstStyle/>
          <a:p>
            <a:fld id="{BE5F26B5-172A-4DC2-B0B7-181CFC56B87C}" type="slidenum">
              <a:rPr lang="en-US" smtClean="0">
                <a:latin typeface="Times New Roman" panose="02020603050405020304" charset="0"/>
                <a:cs typeface="Times New Roman" panose="02020603050405020304" charset="0"/>
              </a:rPr>
              <a:t>6</a:t>
            </a:fld>
            <a:endParaRPr lang="en-US" smtClean="0">
              <a:latin typeface="Times New Roman" panose="02020603050405020304" charset="0"/>
              <a:cs typeface="Times New Roman" panose="02020603050405020304" charset="0"/>
            </a:endParaRPr>
          </a:p>
        </p:txBody>
      </p:sp>
      <p:sp>
        <p:nvSpPr>
          <p:cNvPr id="29" name="Rectangle 28"/>
          <p:cNvSpPr/>
          <p:nvPr/>
        </p:nvSpPr>
        <p:spPr>
          <a:xfrm>
            <a:off x="3259567" y="1497270"/>
            <a:ext cx="5776856" cy="4859080"/>
          </a:xfrm>
          <a:prstGeom prst="rect">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7629684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vert="horz" wrap="square" lIns="0" tIns="0" rIns="0" bIns="0" rtlCol="0" anchor="b">
            <a:normAutofit/>
          </a:bodyPr>
          <a:lstStyle>
            <a:lvl1pPr>
              <a:defRPr>
                <a:latin typeface="+mj-lt"/>
                <a:sym typeface="+mj-ea"/>
              </a:defRPr>
            </a:lvl1pPr>
          </a:lstStyle>
          <a:p>
            <a:pPr lvl="0" algn="l">
              <a:buClrTx/>
              <a:buSzTx/>
              <a:buFontTx/>
            </a:pPr>
            <a:r>
              <a:rPr lang="en-US" dirty="0">
                <a:latin typeface="Times New Roman" panose="02020603050405020304" charset="0"/>
                <a:ea typeface="+mj-ea"/>
                <a:cs typeface="Times New Roman" panose="02020603050405020304" charset="0"/>
                <a:sym typeface="+mn-ea"/>
              </a:rPr>
              <a:t>DATA COLLECTION &amp; PREPROCESSING</a:t>
            </a:r>
          </a:p>
        </p:txBody>
      </p:sp>
      <p:sp>
        <p:nvSpPr>
          <p:cNvPr id="2" name="Slide Number Placeholder 1"/>
          <p:cNvSpPr>
            <a:spLocks noGrp="1"/>
          </p:cNvSpPr>
          <p:nvPr>
            <p:ph type="sldNum" sz="quarter" idx="12"/>
          </p:nvPr>
        </p:nvSpPr>
        <p:spPr/>
        <p:txBody>
          <a:bodyPr/>
          <a:lstStyle/>
          <a:p>
            <a:fld id="{BE5F26B5-172A-4DC2-B0B7-181CFC56B87C}" type="slidenum">
              <a:rPr lang="en-US" smtClean="0">
                <a:latin typeface="Times New Roman" panose="02020603050405020304" charset="0"/>
                <a:cs typeface="Times New Roman" panose="02020603050405020304" charset="0"/>
              </a:rPr>
              <a:t>7</a:t>
            </a:fld>
            <a:endParaRPr lang="en-US" smtClean="0">
              <a:latin typeface="Times New Roman" panose="02020603050405020304" charset="0"/>
              <a:cs typeface="Times New Roman" panose="02020603050405020304" charset="0"/>
            </a:endParaRPr>
          </a:p>
        </p:txBody>
      </p:sp>
      <p:sp>
        <p:nvSpPr>
          <p:cNvPr id="4" name="TextBox 3"/>
          <p:cNvSpPr txBox="1"/>
          <p:nvPr/>
        </p:nvSpPr>
        <p:spPr>
          <a:xfrm>
            <a:off x="695960" y="1521823"/>
            <a:ext cx="4846320" cy="4572000"/>
          </a:xfrm>
          <a:prstGeom prst="rect">
            <a:avLst/>
          </a:prstGeom>
          <a:noFill/>
        </p:spPr>
        <p:txBody>
          <a:bodyPr wrap="square" lIns="45720" tIns="27432" rIns="45720" bIns="27432" anchor="t">
            <a:spAutoFit/>
          </a:bodyPr>
          <a:lstStyle/>
          <a:p>
            <a:pPr algn="l">
              <a:spcBef>
                <a:spcPts val="0"/>
              </a:spcBef>
              <a:spcAft>
                <a:spcPts val="600"/>
              </a:spcAft>
            </a:pPr>
            <a:r>
              <a:rPr sz="1800" b="1" i="0" dirty="0">
                <a:solidFill>
                  <a:srgbClr val="0E5E5A"/>
                </a:solidFill>
                <a:latin typeface="Times New Roman"/>
                <a:cs typeface="Times New Roman"/>
              </a:rPr>
              <a:t>Process of data collection</a:t>
            </a:r>
          </a:p>
          <a:p>
            <a:pPr marL="228600" indent="-228600" algn="l">
              <a:spcBef>
                <a:spcPts val="0"/>
              </a:spcBef>
              <a:spcAft>
                <a:spcPts val="400"/>
              </a:spcAft>
              <a:buClr>
                <a:srgbClr val="0070C0"/>
              </a:buClr>
              <a:buFont typeface="Wingdings" pitchFamily="2" charset="2"/>
              <a:buChar char="§"/>
            </a:pPr>
            <a:r>
              <a:rPr sz="1550" b="0" i="0" dirty="0">
                <a:solidFill>
                  <a:srgbClr val="222222"/>
                </a:solidFill>
                <a:latin typeface="Times New Roman"/>
                <a:cs typeface="Times New Roman"/>
              </a:rPr>
              <a:t>33,396 McDonald’s customer reviews scraped from Google Maps [18]</a:t>
            </a:r>
          </a:p>
          <a:p>
            <a:pPr marL="228600" indent="-228600" algn="l">
              <a:spcBef>
                <a:spcPts val="0"/>
              </a:spcBef>
              <a:spcAft>
                <a:spcPts val="400"/>
              </a:spcAft>
              <a:buClr>
                <a:srgbClr val="0070C0"/>
              </a:buClr>
              <a:buFont typeface="Wingdings" pitchFamily="2" charset="2"/>
              <a:buChar char="§"/>
            </a:pPr>
            <a:r>
              <a:rPr sz="1550" b="0" i="0" dirty="0">
                <a:solidFill>
                  <a:srgbClr val="222222"/>
                </a:solidFill>
                <a:latin typeface="Times New Roman"/>
                <a:cs typeface="Times New Roman"/>
              </a:rPr>
              <a:t>40 US outlets, all </a:t>
            </a:r>
            <a:r>
              <a:rPr sz="1550" b="0" i="0" dirty="0" err="1">
                <a:solidFill>
                  <a:srgbClr val="222222"/>
                </a:solidFill>
                <a:latin typeface="Times New Roman"/>
                <a:cs typeface="Times New Roman"/>
              </a:rPr>
              <a:t>categorised</a:t>
            </a:r>
            <a:r>
              <a:rPr sz="1550" b="0" i="0" dirty="0">
                <a:solidFill>
                  <a:srgbClr val="222222"/>
                </a:solidFill>
                <a:latin typeface="Times New Roman"/>
                <a:cs typeface="Times New Roman"/>
              </a:rPr>
              <a:t> as “Fast food restaurant”</a:t>
            </a:r>
          </a:p>
          <a:p>
            <a:pPr marL="228600" indent="-228600" algn="l">
              <a:spcBef>
                <a:spcPts val="0"/>
              </a:spcBef>
              <a:spcAft>
                <a:spcPts val="1200"/>
              </a:spcAft>
              <a:buClr>
                <a:srgbClr val="0070C0"/>
              </a:buClr>
              <a:buFont typeface="Wingdings" pitchFamily="2" charset="2"/>
              <a:buChar char="§"/>
            </a:pPr>
            <a:r>
              <a:rPr sz="1550" b="0" i="0" dirty="0">
                <a:solidFill>
                  <a:srgbClr val="222222"/>
                </a:solidFill>
                <a:latin typeface="Times New Roman"/>
                <a:cs typeface="Times New Roman"/>
              </a:rPr>
              <a:t>Raw file read with cp1252 to recover </a:t>
            </a:r>
            <a:r>
              <a:rPr sz="1550" b="0" i="0" dirty="0" err="1">
                <a:solidFill>
                  <a:srgbClr val="222222"/>
                </a:solidFill>
                <a:latin typeface="Times New Roman"/>
                <a:cs typeface="Times New Roman"/>
              </a:rPr>
              <a:t>mis</a:t>
            </a:r>
            <a:r>
              <a:rPr sz="1550" b="0" i="0" dirty="0">
                <a:solidFill>
                  <a:srgbClr val="222222"/>
                </a:solidFill>
                <a:latin typeface="Times New Roman"/>
                <a:cs typeface="Times New Roman"/>
              </a:rPr>
              <a:t>-encoded characters</a:t>
            </a:r>
          </a:p>
          <a:p>
            <a:pPr algn="l">
              <a:spcBef>
                <a:spcPts val="0"/>
              </a:spcBef>
              <a:spcAft>
                <a:spcPts val="600"/>
              </a:spcAft>
            </a:pPr>
            <a:r>
              <a:rPr sz="1800" b="1" i="0" dirty="0">
                <a:solidFill>
                  <a:srgbClr val="0E5E5A"/>
                </a:solidFill>
                <a:latin typeface="Times New Roman"/>
                <a:cs typeface="Times New Roman"/>
              </a:rPr>
              <a:t>Nature of the dataset</a:t>
            </a:r>
          </a:p>
          <a:p>
            <a:pPr marL="228600" indent="-228600" algn="l">
              <a:spcBef>
                <a:spcPts val="0"/>
              </a:spcBef>
              <a:spcAft>
                <a:spcPts val="400"/>
              </a:spcAft>
              <a:buClr>
                <a:srgbClr val="0070C0"/>
              </a:buClr>
              <a:buFont typeface="Wingdings" pitchFamily="2" charset="2"/>
              <a:buChar char="§"/>
            </a:pPr>
            <a:r>
              <a:rPr sz="1550" b="0" i="0" dirty="0">
                <a:solidFill>
                  <a:srgbClr val="222222"/>
                </a:solidFill>
                <a:latin typeface="Times New Roman"/>
                <a:cs typeface="Times New Roman"/>
              </a:rPr>
              <a:t>Each record: reviewer id, store name and address, coordinates, star rating (as text), relative timestamp and free-text review</a:t>
            </a:r>
          </a:p>
          <a:p>
            <a:pPr marL="228600" indent="-228600" algn="l">
              <a:spcBef>
                <a:spcPts val="0"/>
              </a:spcBef>
              <a:spcAft>
                <a:spcPts val="400"/>
              </a:spcAft>
              <a:buClr>
                <a:srgbClr val="0070C0"/>
              </a:buClr>
              <a:buFont typeface="Wingdings" pitchFamily="2" charset="2"/>
              <a:buChar char="§"/>
            </a:pPr>
            <a:r>
              <a:rPr sz="1550" b="0" i="0" dirty="0" err="1">
                <a:solidFill>
                  <a:srgbClr val="222222"/>
                </a:solidFill>
                <a:latin typeface="Times New Roman"/>
                <a:cs typeface="Times New Roman"/>
              </a:rPr>
              <a:t>Polarised</a:t>
            </a:r>
            <a:r>
              <a:rPr sz="1550" b="0" i="0" dirty="0">
                <a:solidFill>
                  <a:srgbClr val="222222"/>
                </a:solidFill>
                <a:latin typeface="Times New Roman"/>
                <a:cs typeface="Times New Roman"/>
              </a:rPr>
              <a:t> ratings: one-star (7,188) and five-star (6,176) reviews dominate</a:t>
            </a:r>
          </a:p>
          <a:p>
            <a:pPr marL="228600" indent="-228600" algn="l">
              <a:spcBef>
                <a:spcPts val="0"/>
              </a:spcBef>
              <a:spcAft>
                <a:spcPts val="400"/>
              </a:spcAft>
              <a:buClr>
                <a:srgbClr val="0070C0"/>
              </a:buClr>
              <a:buFont typeface="Wingdings" pitchFamily="2" charset="2"/>
              <a:buChar char="§"/>
            </a:pPr>
            <a:r>
              <a:rPr sz="1550" b="0" i="0" dirty="0">
                <a:solidFill>
                  <a:srgbClr val="222222"/>
                </a:solidFill>
                <a:latin typeface="Times New Roman"/>
                <a:cs typeface="Times New Roman"/>
              </a:rPr>
              <a:t>Negative reviews are longest (median ≈ 118 characters </a:t>
            </a:r>
            <a:r>
              <a:rPr sz="1550" b="0" i="0" dirty="0" err="1">
                <a:solidFill>
                  <a:srgbClr val="222222"/>
                </a:solidFill>
                <a:latin typeface="Times New Roman"/>
                <a:cs typeface="Times New Roman"/>
              </a:rPr>
              <a:t>vs</a:t>
            </a:r>
            <a:r>
              <a:rPr sz="1550" b="0" i="0" dirty="0">
                <a:solidFill>
                  <a:srgbClr val="222222"/>
                </a:solidFill>
                <a:latin typeface="Times New Roman"/>
                <a:cs typeface="Times New Roman"/>
              </a:rPr>
              <a:t> ≈ 53 Positive and ≈ 42 Neutral)</a:t>
            </a:r>
          </a:p>
        </p:txBody>
      </p:sp>
      <p:sp>
        <p:nvSpPr>
          <p:cNvPr id="5" name="Rounded Rectangle 4"/>
          <p:cNvSpPr/>
          <p:nvPr/>
        </p:nvSpPr>
        <p:spPr>
          <a:xfrm>
            <a:off x="5944616" y="1567543"/>
            <a:ext cx="5532120" cy="731520"/>
          </a:xfrm>
          <a:prstGeom prst="roundRect">
            <a:avLst>
              <a:gd name="adj" fmla="val 8000"/>
            </a:avLst>
          </a:prstGeom>
          <a:solidFill>
            <a:srgbClr val="0E5E5A"/>
          </a:solidFill>
          <a:ln>
            <a:no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Bef>
                <a:spcPts val="0"/>
              </a:spcBef>
              <a:spcAft>
                <a:spcPts val="0"/>
              </a:spcAft>
            </a:pPr>
            <a:r>
              <a:rPr sz="2600" b="1" i="0">
                <a:solidFill>
                  <a:srgbClr val="FFFFFF"/>
                </a:solidFill>
                <a:latin typeface="Times New Roman"/>
                <a:cs typeface="Times New Roman"/>
              </a:rPr>
              <a:t>33,396</a:t>
            </a:r>
          </a:p>
          <a:p>
            <a:pPr algn="ctr">
              <a:spcBef>
                <a:spcPts val="0"/>
              </a:spcBef>
              <a:spcAft>
                <a:spcPts val="0"/>
              </a:spcAft>
            </a:pPr>
            <a:r>
              <a:rPr sz="1300" b="0" i="0">
                <a:solidFill>
                  <a:srgbClr val="FFFFFF"/>
                </a:solidFill>
                <a:latin typeface="Times New Roman"/>
                <a:cs typeface="Times New Roman"/>
              </a:rPr>
              <a:t>raw reviews</a:t>
            </a:r>
          </a:p>
        </p:txBody>
      </p:sp>
      <p:sp>
        <p:nvSpPr>
          <p:cNvPr id="6" name="TextBox 5"/>
          <p:cNvSpPr txBox="1"/>
          <p:nvPr/>
        </p:nvSpPr>
        <p:spPr>
          <a:xfrm>
            <a:off x="5944616" y="2353927"/>
            <a:ext cx="5532120" cy="548640"/>
          </a:xfrm>
          <a:prstGeom prst="rect">
            <a:avLst/>
          </a:prstGeom>
          <a:noFill/>
        </p:spPr>
        <p:txBody>
          <a:bodyPr wrap="square" lIns="45720" tIns="27432" rIns="45720" bIns="27432" anchor="ctr">
            <a:spAutoFit/>
          </a:bodyPr>
          <a:lstStyle/>
          <a:p>
            <a:pPr algn="ctr">
              <a:spcBef>
                <a:spcPts val="0"/>
              </a:spcBef>
              <a:spcAft>
                <a:spcPts val="400"/>
              </a:spcAft>
            </a:pPr>
            <a:r>
              <a:rPr sz="1350" b="0" i="0">
                <a:solidFill>
                  <a:srgbClr val="5A5A5A"/>
                </a:solidFill>
                <a:latin typeface="Times New Roman"/>
                <a:cs typeface="Times New Roman"/>
              </a:rPr>
              <a:t>− 10,741 exact duplicates and − 179 unusable rows (fewer than 3 characters)</a:t>
            </a:r>
          </a:p>
        </p:txBody>
      </p:sp>
      <p:sp>
        <p:nvSpPr>
          <p:cNvPr id="7" name="Rounded Rectangle 6"/>
          <p:cNvSpPr/>
          <p:nvPr/>
        </p:nvSpPr>
        <p:spPr>
          <a:xfrm>
            <a:off x="6424676" y="2939143"/>
            <a:ext cx="4572000" cy="731520"/>
          </a:xfrm>
          <a:prstGeom prst="roundRect">
            <a:avLst>
              <a:gd name="adj" fmla="val 8000"/>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Bef>
                <a:spcPts val="0"/>
              </a:spcBef>
              <a:spcAft>
                <a:spcPts val="0"/>
              </a:spcAft>
            </a:pPr>
            <a:r>
              <a:rPr sz="2600" b="1" i="0">
                <a:solidFill>
                  <a:srgbClr val="FFFFFF"/>
                </a:solidFill>
                <a:latin typeface="Times New Roman"/>
                <a:cs typeface="Times New Roman"/>
              </a:rPr>
              <a:t>22,476</a:t>
            </a:r>
          </a:p>
          <a:p>
            <a:pPr algn="ctr">
              <a:spcBef>
                <a:spcPts val="0"/>
              </a:spcBef>
              <a:spcAft>
                <a:spcPts val="0"/>
              </a:spcAft>
            </a:pPr>
            <a:r>
              <a:rPr sz="1300" b="0" i="0">
                <a:solidFill>
                  <a:srgbClr val="FFFFFF"/>
                </a:solidFill>
                <a:latin typeface="Times New Roman"/>
                <a:cs typeface="Times New Roman"/>
              </a:rPr>
              <a:t>cleaned master dataset</a:t>
            </a:r>
          </a:p>
        </p:txBody>
      </p:sp>
      <p:sp>
        <p:nvSpPr>
          <p:cNvPr id="8" name="TextBox 7"/>
          <p:cNvSpPr txBox="1"/>
          <p:nvPr/>
        </p:nvSpPr>
        <p:spPr>
          <a:xfrm>
            <a:off x="5944616" y="3725527"/>
            <a:ext cx="5532120" cy="548640"/>
          </a:xfrm>
          <a:prstGeom prst="rect">
            <a:avLst/>
          </a:prstGeom>
          <a:noFill/>
        </p:spPr>
        <p:txBody>
          <a:bodyPr wrap="square" lIns="45720" tIns="27432" rIns="45720" bIns="27432" anchor="ctr">
            <a:spAutoFit/>
          </a:bodyPr>
          <a:lstStyle/>
          <a:p>
            <a:pPr algn="ctr">
              <a:spcBef>
                <a:spcPts val="0"/>
              </a:spcBef>
              <a:spcAft>
                <a:spcPts val="400"/>
              </a:spcAft>
            </a:pPr>
            <a:r>
              <a:rPr sz="1350" b="0" i="0">
                <a:solidFill>
                  <a:srgbClr val="5A5A5A"/>
                </a:solidFill>
                <a:latin typeface="Times New Roman"/>
                <a:cs typeface="Times New Roman"/>
              </a:rPr>
              <a:t>− 28 auto-generated rating tags kept out of text modelling (5,167 flagged in total)</a:t>
            </a:r>
          </a:p>
        </p:txBody>
      </p:sp>
      <p:sp>
        <p:nvSpPr>
          <p:cNvPr id="9" name="Rounded Rectangle 8"/>
          <p:cNvSpPr/>
          <p:nvPr/>
        </p:nvSpPr>
        <p:spPr>
          <a:xfrm>
            <a:off x="6881876" y="4310743"/>
            <a:ext cx="3657600" cy="731520"/>
          </a:xfrm>
          <a:prstGeom prst="roundRect">
            <a:avLst>
              <a:gd name="adj" fmla="val 8000"/>
            </a:avLst>
          </a:prstGeom>
          <a:solidFill>
            <a:srgbClr val="7FCFC6"/>
          </a:solidFill>
          <a:ln>
            <a:no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Bef>
                <a:spcPts val="0"/>
              </a:spcBef>
              <a:spcAft>
                <a:spcPts val="0"/>
              </a:spcAft>
            </a:pPr>
            <a:r>
              <a:rPr sz="2600" b="1" i="0">
                <a:solidFill>
                  <a:srgbClr val="0B3B39"/>
                </a:solidFill>
                <a:latin typeface="Times New Roman"/>
                <a:cs typeface="Times New Roman"/>
              </a:rPr>
              <a:t>22,448</a:t>
            </a:r>
          </a:p>
          <a:p>
            <a:pPr algn="ctr">
              <a:spcBef>
                <a:spcPts val="0"/>
              </a:spcBef>
              <a:spcAft>
                <a:spcPts val="0"/>
              </a:spcAft>
            </a:pPr>
            <a:r>
              <a:rPr sz="1300" b="0" i="0">
                <a:solidFill>
                  <a:srgbClr val="0B3B39"/>
                </a:solidFill>
                <a:latin typeface="Times New Roman"/>
                <a:cs typeface="Times New Roman"/>
              </a:rPr>
              <a:t>free-text reviews used for modelling</a:t>
            </a:r>
          </a:p>
        </p:txBody>
      </p:sp>
      <p:sp>
        <p:nvSpPr>
          <p:cNvPr id="10" name="TextBox 9"/>
          <p:cNvSpPr txBox="1"/>
          <p:nvPr/>
        </p:nvSpPr>
        <p:spPr>
          <a:xfrm>
            <a:off x="5944616" y="5133703"/>
            <a:ext cx="5532120" cy="548640"/>
          </a:xfrm>
          <a:prstGeom prst="rect">
            <a:avLst/>
          </a:prstGeom>
          <a:noFill/>
        </p:spPr>
        <p:txBody>
          <a:bodyPr wrap="square" lIns="45720" tIns="27432" rIns="45720" bIns="27432" anchor="ctr">
            <a:spAutoFit/>
          </a:bodyPr>
          <a:lstStyle/>
          <a:p>
            <a:pPr algn="ctr">
              <a:spcBef>
                <a:spcPts val="0"/>
              </a:spcBef>
              <a:spcAft>
                <a:spcPts val="400"/>
              </a:spcAft>
            </a:pPr>
            <a:r>
              <a:rPr sz="1350" b="0" i="1">
                <a:solidFill>
                  <a:srgbClr val="5A5A5A"/>
                </a:solidFill>
                <a:latin typeface="Times New Roman"/>
                <a:cs typeface="Times New Roman"/>
              </a:rPr>
              <a:t>Row counts reconcile exactly from raw file to final labelled corpus</a:t>
            </a:r>
          </a:p>
        </p:txBody>
      </p:sp>
    </p:spTree>
    <p:custDataLst>
      <p:tags r:id="rId1"/>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vert="horz" wrap="square" lIns="0" tIns="0" rIns="0" bIns="0" rtlCol="0" anchor="b">
            <a:normAutofit/>
          </a:bodyPr>
          <a:lstStyle>
            <a:lvl1pPr>
              <a:defRPr>
                <a:latin typeface="+mj-lt"/>
                <a:sym typeface="+mj-ea"/>
              </a:defRPr>
            </a:lvl1pPr>
          </a:lstStyle>
          <a:p>
            <a:pPr lvl="0" algn="l">
              <a:buClrTx/>
              <a:buSzTx/>
              <a:buFontTx/>
            </a:pPr>
            <a:r>
              <a:rPr lang="en-US" dirty="0">
                <a:latin typeface="Times New Roman" panose="02020603050405020304" charset="0"/>
                <a:ea typeface="+mj-ea"/>
                <a:cs typeface="Times New Roman" panose="02020603050405020304" charset="0"/>
                <a:sym typeface="+mn-ea"/>
              </a:rPr>
              <a:t>FEATURE ENGINEERING AND SELECTION</a:t>
            </a:r>
          </a:p>
        </p:txBody>
      </p:sp>
      <p:sp>
        <p:nvSpPr>
          <p:cNvPr id="2" name="Slide Number Placeholder 1"/>
          <p:cNvSpPr>
            <a:spLocks noGrp="1"/>
          </p:cNvSpPr>
          <p:nvPr>
            <p:ph type="sldNum" sz="quarter" idx="12"/>
          </p:nvPr>
        </p:nvSpPr>
        <p:spPr>
          <a:xfrm>
            <a:off x="8752713" y="6492875"/>
            <a:ext cx="2743200" cy="365125"/>
          </a:xfrm>
        </p:spPr>
        <p:txBody>
          <a:bodyPr/>
          <a:lstStyle/>
          <a:p>
            <a:fld id="{BE5F26B5-172A-4DC2-B0B7-181CFC56B87C}" type="slidenum">
              <a:rPr lang="en-US" smtClean="0">
                <a:latin typeface="Times New Roman" panose="02020603050405020304" charset="0"/>
                <a:cs typeface="Times New Roman" panose="02020603050405020304" charset="0"/>
              </a:rPr>
              <a:t>8</a:t>
            </a:fld>
            <a:endParaRPr lang="en-US" smtClean="0">
              <a:latin typeface="Times New Roman" panose="02020603050405020304" charset="0"/>
              <a:cs typeface="Times New Roman" panose="02020603050405020304" charset="0"/>
            </a:endParaRPr>
          </a:p>
        </p:txBody>
      </p:sp>
      <p:sp>
        <p:nvSpPr>
          <p:cNvPr id="4" name="Rounded Rectangle 3"/>
          <p:cNvSpPr/>
          <p:nvPr/>
        </p:nvSpPr>
        <p:spPr>
          <a:xfrm>
            <a:off x="694944" y="1371600"/>
            <a:ext cx="3291840" cy="17830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54864" rtlCol="0" anchor="t"/>
          <a:lstStyle/>
          <a:p>
            <a:pPr algn="l">
              <a:spcBef>
                <a:spcPts val="0"/>
              </a:spcBef>
              <a:spcAft>
                <a:spcPts val="500"/>
              </a:spcAft>
            </a:pPr>
            <a:r>
              <a:rPr sz="1600" b="1" i="0">
                <a:solidFill>
                  <a:srgbClr val="0E5E5A"/>
                </a:solidFill>
                <a:latin typeface="Times New Roman"/>
                <a:cs typeface="Times New Roman"/>
              </a:rPr>
              <a:t>1  Clean the text</a:t>
            </a:r>
          </a:p>
          <a:p>
            <a:pPr algn="l">
              <a:spcBef>
                <a:spcPts val="0"/>
              </a:spcBef>
              <a:spcAft>
                <a:spcPts val="0"/>
              </a:spcAft>
            </a:pPr>
            <a:r>
              <a:rPr sz="1400" b="0" i="0">
                <a:solidFill>
                  <a:srgbClr val="222222"/>
                </a:solidFill>
                <a:latin typeface="Times New Roman"/>
                <a:cs typeface="Times New Roman"/>
              </a:rPr>
              <a:t>Lower-case, strip URLs and non-letters, normalise whitespace, remove stop-words and brand terms; keep negations (not, no, never)</a:t>
            </a:r>
          </a:p>
        </p:txBody>
      </p:sp>
      <p:sp>
        <p:nvSpPr>
          <p:cNvPr id="5" name="Right Arrow 4"/>
          <p:cNvSpPr/>
          <p:nvPr/>
        </p:nvSpPr>
        <p:spPr>
          <a:xfrm>
            <a:off x="4080510" y="2130552"/>
            <a:ext cx="274320" cy="310896"/>
          </a:xfrm>
          <a:prstGeom prst="rightArrow">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448556" y="1371600"/>
            <a:ext cx="3291840" cy="17830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54864" rtlCol="0" anchor="t"/>
          <a:lstStyle/>
          <a:p>
            <a:pPr algn="l">
              <a:spcBef>
                <a:spcPts val="0"/>
              </a:spcBef>
              <a:spcAft>
                <a:spcPts val="500"/>
              </a:spcAft>
            </a:pPr>
            <a:r>
              <a:rPr sz="1600" b="1" i="0">
                <a:solidFill>
                  <a:srgbClr val="0E5E5A"/>
                </a:solidFill>
                <a:latin typeface="Times New Roman"/>
                <a:cs typeface="Times New Roman"/>
              </a:rPr>
              <a:t>2  Vectorise with TF-IDF [5]</a:t>
            </a:r>
          </a:p>
          <a:p>
            <a:pPr algn="l">
              <a:spcBef>
                <a:spcPts val="0"/>
              </a:spcBef>
              <a:spcAft>
                <a:spcPts val="0"/>
              </a:spcAft>
            </a:pPr>
            <a:r>
              <a:rPr sz="1400" b="0" i="0">
                <a:solidFill>
                  <a:srgbClr val="222222"/>
                </a:solidFill>
                <a:latin typeface="Times New Roman"/>
                <a:cs typeface="Times New Roman"/>
              </a:rPr>
              <a:t>Unigrams and bigrams capture phrases like “not good” and “fast service”; sublinear tf damps repeated words</a:t>
            </a:r>
          </a:p>
        </p:txBody>
      </p:sp>
      <p:sp>
        <p:nvSpPr>
          <p:cNvPr id="7" name="Right Arrow 6"/>
          <p:cNvSpPr/>
          <p:nvPr/>
        </p:nvSpPr>
        <p:spPr>
          <a:xfrm>
            <a:off x="7834121" y="2130552"/>
            <a:ext cx="274320" cy="310896"/>
          </a:xfrm>
          <a:prstGeom prst="rightArrow">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202168" y="1371600"/>
            <a:ext cx="3291840" cy="17830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54864" rtlCol="0" anchor="t"/>
          <a:lstStyle/>
          <a:p>
            <a:pPr algn="l">
              <a:spcBef>
                <a:spcPts val="0"/>
              </a:spcBef>
              <a:spcAft>
                <a:spcPts val="500"/>
              </a:spcAft>
            </a:pPr>
            <a:r>
              <a:rPr sz="1600" b="1" i="0">
                <a:solidFill>
                  <a:srgbClr val="0E5E5A"/>
                </a:solidFill>
                <a:latin typeface="Times New Roman"/>
                <a:cs typeface="Times New Roman"/>
              </a:rPr>
              <a:t>3  Select features</a:t>
            </a:r>
          </a:p>
          <a:p>
            <a:pPr algn="l">
              <a:spcBef>
                <a:spcPts val="0"/>
              </a:spcBef>
              <a:spcAft>
                <a:spcPts val="0"/>
              </a:spcAft>
            </a:pPr>
            <a:r>
              <a:rPr sz="1400" b="0" i="0">
                <a:solidFill>
                  <a:srgbClr val="222222"/>
                </a:solidFill>
                <a:latin typeface="Times New Roman"/>
                <a:cs typeface="Times New Roman"/>
              </a:rPr>
              <a:t>Vocabulary capped at the 20,000 highest-frequency n-grams of the training split; ablation tests feature groups</a:t>
            </a:r>
          </a:p>
        </p:txBody>
      </p:sp>
      <p:sp>
        <p:nvSpPr>
          <p:cNvPr id="9" name="TextBox 8"/>
          <p:cNvSpPr txBox="1"/>
          <p:nvPr/>
        </p:nvSpPr>
        <p:spPr>
          <a:xfrm>
            <a:off x="694944" y="3383280"/>
            <a:ext cx="5486400" cy="365760"/>
          </a:xfrm>
          <a:prstGeom prst="rect">
            <a:avLst/>
          </a:prstGeom>
          <a:noFill/>
        </p:spPr>
        <p:txBody>
          <a:bodyPr wrap="square" lIns="45720" tIns="27432" rIns="45720" bIns="27432" anchor="t">
            <a:spAutoFit/>
          </a:bodyPr>
          <a:lstStyle/>
          <a:p>
            <a:pPr algn="l">
              <a:spcBef>
                <a:spcPts val="0"/>
              </a:spcBef>
              <a:spcAft>
                <a:spcPts val="400"/>
              </a:spcAft>
            </a:pPr>
            <a:r>
              <a:rPr sz="1700" b="1" i="0">
                <a:solidFill>
                  <a:srgbClr val="0E5E5A"/>
                </a:solidFill>
                <a:latin typeface="Times New Roman"/>
                <a:cs typeface="Times New Roman"/>
              </a:rPr>
              <a:t>TF-IDF feature configuration</a:t>
            </a:r>
          </a:p>
        </p:txBody>
      </p:sp>
      <p:graphicFrame>
        <p:nvGraphicFramePr>
          <p:cNvPr id="10" name="Table 9"/>
          <p:cNvGraphicFramePr>
            <a:graphicFrameLocks noGrp="1"/>
          </p:cNvGraphicFramePr>
          <p:nvPr/>
        </p:nvGraphicFramePr>
        <p:xfrm>
          <a:off x="694944" y="3794760"/>
          <a:ext cx="5760720" cy="2359152"/>
        </p:xfrm>
        <a:graphic>
          <a:graphicData uri="http://schemas.openxmlformats.org/drawingml/2006/table">
            <a:tbl>
              <a:tblPr firstRow="1">
                <a:tableStyleId>{5C22544A-7EE6-4342-B048-85BDC9FD1C3A}</a:tableStyleId>
              </a:tblPr>
              <a:tblGrid>
                <a:gridCol w="2194560"/>
                <a:gridCol w="3566160"/>
              </a:tblGrid>
              <a:tr h="393192">
                <a:tc>
                  <a:txBody>
                    <a:bodyPr/>
                    <a:lstStyle/>
                    <a:p>
                      <a:r>
                        <a:rPr sz="1400" b="1" i="0">
                          <a:solidFill>
                            <a:srgbClr val="FFFFFF"/>
                          </a:solidFill>
                          <a:latin typeface="Times New Roman"/>
                          <a:cs typeface="Times New Roman"/>
                        </a:rPr>
                        <a:t>Parameter</a:t>
                      </a:r>
                    </a:p>
                  </a:txBody>
                  <a:tcPr marL="73152" marR="73152" marT="27432" marB="27432" anchor="ctr">
                    <a:solidFill>
                      <a:srgbClr val="0E5E5A"/>
                    </a:solidFill>
                  </a:tcPr>
                </a:tc>
                <a:tc>
                  <a:txBody>
                    <a:bodyPr/>
                    <a:lstStyle/>
                    <a:p>
                      <a:r>
                        <a:rPr sz="1400" b="1" i="0">
                          <a:solidFill>
                            <a:srgbClr val="FFFFFF"/>
                          </a:solidFill>
                          <a:latin typeface="Times New Roman"/>
                          <a:cs typeface="Times New Roman"/>
                        </a:rPr>
                        <a:t>Value</a:t>
                      </a:r>
                    </a:p>
                  </a:txBody>
                  <a:tcPr marL="73152" marR="73152" marT="27432" marB="27432" anchor="ctr">
                    <a:solidFill>
                      <a:srgbClr val="0E5E5A"/>
                    </a:solidFill>
                  </a:tcPr>
                </a:tc>
              </a:tr>
              <a:tr h="393192">
                <a:tc>
                  <a:txBody>
                    <a:bodyPr/>
                    <a:lstStyle/>
                    <a:p>
                      <a:r>
                        <a:rPr sz="1400" b="0" i="0">
                          <a:solidFill>
                            <a:srgbClr val="222222"/>
                          </a:solidFill>
                          <a:latin typeface="Times New Roman"/>
                          <a:cs typeface="Times New Roman"/>
                        </a:rPr>
                        <a:t>N-gram range</a:t>
                      </a:r>
                    </a:p>
                  </a:txBody>
                  <a:tcPr marL="73152" marR="73152" marT="27432" marB="27432" anchor="ctr">
                    <a:solidFill>
                      <a:srgbClr val="FFFFFF"/>
                    </a:solidFill>
                  </a:tcPr>
                </a:tc>
                <a:tc>
                  <a:txBody>
                    <a:bodyPr/>
                    <a:lstStyle/>
                    <a:p>
                      <a:r>
                        <a:rPr sz="1400" b="0" i="0">
                          <a:solidFill>
                            <a:srgbClr val="222222"/>
                          </a:solidFill>
                          <a:latin typeface="Times New Roman"/>
                          <a:cs typeface="Times New Roman"/>
                        </a:rPr>
                        <a:t>Unigrams and bigrams</a:t>
                      </a:r>
                    </a:p>
                  </a:txBody>
                  <a:tcPr marL="73152" marR="73152" marT="27432" marB="27432" anchor="ctr">
                    <a:solidFill>
                      <a:srgbClr val="FFFFFF"/>
                    </a:solidFill>
                  </a:tcPr>
                </a:tc>
              </a:tr>
              <a:tr h="393192">
                <a:tc>
                  <a:txBody>
                    <a:bodyPr/>
                    <a:lstStyle/>
                    <a:p>
                      <a:r>
                        <a:rPr sz="1400" b="0" i="0">
                          <a:solidFill>
                            <a:srgbClr val="222222"/>
                          </a:solidFill>
                          <a:latin typeface="Times New Roman"/>
                          <a:cs typeface="Times New Roman"/>
                        </a:rPr>
                        <a:t>Maximum features</a:t>
                      </a:r>
                    </a:p>
                  </a:txBody>
                  <a:tcPr marL="73152" marR="73152" marT="27432" marB="27432" anchor="ctr">
                    <a:solidFill>
                      <a:srgbClr val="F3FAF9"/>
                    </a:solidFill>
                  </a:tcPr>
                </a:tc>
                <a:tc>
                  <a:txBody>
                    <a:bodyPr/>
                    <a:lstStyle/>
                    <a:p>
                      <a:r>
                        <a:rPr sz="1400" b="0" i="0">
                          <a:solidFill>
                            <a:srgbClr val="222222"/>
                          </a:solidFill>
                          <a:latin typeface="Times New Roman"/>
                          <a:cs typeface="Times New Roman"/>
                        </a:rPr>
                        <a:t>20,000</a:t>
                      </a:r>
                    </a:p>
                  </a:txBody>
                  <a:tcPr marL="73152" marR="73152" marT="27432" marB="27432" anchor="ctr">
                    <a:solidFill>
                      <a:srgbClr val="F3FAF9"/>
                    </a:solidFill>
                  </a:tcPr>
                </a:tc>
              </a:tr>
              <a:tr h="393192">
                <a:tc>
                  <a:txBody>
                    <a:bodyPr/>
                    <a:lstStyle/>
                    <a:p>
                      <a:r>
                        <a:rPr sz="1400" b="0" i="0">
                          <a:solidFill>
                            <a:srgbClr val="222222"/>
                          </a:solidFill>
                          <a:latin typeface="Times New Roman"/>
                          <a:cs typeface="Times New Roman"/>
                        </a:rPr>
                        <a:t>Term-frequency scaling</a:t>
                      </a:r>
                    </a:p>
                  </a:txBody>
                  <a:tcPr marL="73152" marR="73152" marT="27432" marB="27432" anchor="ctr">
                    <a:solidFill>
                      <a:srgbClr val="FFFFFF"/>
                    </a:solidFill>
                  </a:tcPr>
                </a:tc>
                <a:tc>
                  <a:txBody>
                    <a:bodyPr/>
                    <a:lstStyle/>
                    <a:p>
                      <a:r>
                        <a:rPr sz="1400" b="0" i="0">
                          <a:solidFill>
                            <a:srgbClr val="222222"/>
                          </a:solidFill>
                          <a:latin typeface="Times New Roman"/>
                          <a:cs typeface="Times New Roman"/>
                        </a:rPr>
                        <a:t>Sublinear (1 + log tf)</a:t>
                      </a:r>
                    </a:p>
                  </a:txBody>
                  <a:tcPr marL="73152" marR="73152" marT="27432" marB="27432" anchor="ctr">
                    <a:solidFill>
                      <a:srgbClr val="FFFFFF"/>
                    </a:solidFill>
                  </a:tcPr>
                </a:tc>
              </a:tr>
              <a:tr h="393192">
                <a:tc>
                  <a:txBody>
                    <a:bodyPr/>
                    <a:lstStyle/>
                    <a:p>
                      <a:r>
                        <a:rPr sz="1400" b="0" i="0">
                          <a:solidFill>
                            <a:srgbClr val="222222"/>
                          </a:solidFill>
                          <a:latin typeface="Times New Roman"/>
                          <a:cs typeface="Times New Roman"/>
                        </a:rPr>
                        <a:t>Fitting rule</a:t>
                      </a:r>
                    </a:p>
                  </a:txBody>
                  <a:tcPr marL="73152" marR="73152" marT="27432" marB="27432" anchor="ctr">
                    <a:solidFill>
                      <a:srgbClr val="F3FAF9"/>
                    </a:solidFill>
                  </a:tcPr>
                </a:tc>
                <a:tc>
                  <a:txBody>
                    <a:bodyPr/>
                    <a:lstStyle/>
                    <a:p>
                      <a:r>
                        <a:rPr sz="1400" b="0" i="0">
                          <a:solidFill>
                            <a:srgbClr val="222222"/>
                          </a:solidFill>
                          <a:latin typeface="Times New Roman"/>
                          <a:cs typeface="Times New Roman"/>
                        </a:rPr>
                        <a:t>Fit on the training split only</a:t>
                      </a:r>
                    </a:p>
                  </a:txBody>
                  <a:tcPr marL="73152" marR="73152" marT="27432" marB="27432" anchor="ctr">
                    <a:solidFill>
                      <a:srgbClr val="F3FAF9"/>
                    </a:solidFill>
                  </a:tcPr>
                </a:tc>
              </a:tr>
              <a:tr h="393192">
                <a:tc>
                  <a:txBody>
                    <a:bodyPr/>
                    <a:lstStyle/>
                    <a:p>
                      <a:r>
                        <a:rPr sz="1400" b="0" i="0">
                          <a:solidFill>
                            <a:srgbClr val="222222"/>
                          </a:solidFill>
                          <a:latin typeface="Times New Roman"/>
                          <a:cs typeface="Times New Roman"/>
                        </a:rPr>
                        <a:t>Excluded inputs</a:t>
                      </a:r>
                    </a:p>
                  </a:txBody>
                  <a:tcPr marL="73152" marR="73152" marT="27432" marB="27432" anchor="ctr">
                    <a:solidFill>
                      <a:srgbClr val="FFFFFF"/>
                    </a:solidFill>
                  </a:tcPr>
                </a:tc>
                <a:tc>
                  <a:txBody>
                    <a:bodyPr/>
                    <a:lstStyle/>
                    <a:p>
                      <a:r>
                        <a:rPr sz="1400" b="0" i="0">
                          <a:solidFill>
                            <a:srgbClr val="222222"/>
                          </a:solidFill>
                          <a:latin typeface="Times New Roman"/>
                          <a:cs typeface="Times New Roman"/>
                        </a:rPr>
                        <a:t>Star rating, address, timestamps</a:t>
                      </a:r>
                    </a:p>
                  </a:txBody>
                  <a:tcPr marL="73152" marR="73152" marT="27432" marB="27432" anchor="ctr">
                    <a:solidFill>
                      <a:srgbClr val="FFFFFF"/>
                    </a:solidFill>
                  </a:tcPr>
                </a:tc>
              </a:tr>
            </a:tbl>
          </a:graphicData>
        </a:graphic>
      </p:graphicFrame>
      <p:pic>
        <p:nvPicPr>
          <p:cNvPr id="11" name="Picture 10" descr="image8.png"/>
          <p:cNvPicPr>
            <a:picLocks noChangeAspect="1"/>
          </p:cNvPicPr>
          <p:nvPr/>
        </p:nvPicPr>
        <p:blipFill>
          <a:blip r:embed="rId5"/>
          <a:stretch>
            <a:fillRect/>
          </a:stretch>
        </p:blipFill>
        <p:spPr>
          <a:xfrm>
            <a:off x="6766560" y="3429000"/>
            <a:ext cx="4572000" cy="1503045"/>
          </a:xfrm>
          <a:prstGeom prst="rect">
            <a:avLst/>
          </a:prstGeom>
          <a:ln w="9525">
            <a:solidFill>
              <a:srgbClr val="D5D5D5"/>
            </a:solidFill>
          </a:ln>
        </p:spPr>
      </p:pic>
      <p:sp>
        <p:nvSpPr>
          <p:cNvPr id="12" name="TextBox 11"/>
          <p:cNvSpPr txBox="1"/>
          <p:nvPr/>
        </p:nvSpPr>
        <p:spPr>
          <a:xfrm>
            <a:off x="6766560" y="5212080"/>
            <a:ext cx="4114800" cy="1097280"/>
          </a:xfrm>
          <a:prstGeom prst="rect">
            <a:avLst/>
          </a:prstGeom>
          <a:noFill/>
        </p:spPr>
        <p:txBody>
          <a:bodyPr wrap="square" lIns="45720" tIns="27432" rIns="45720" bIns="27432" anchor="t">
            <a:spAutoFit/>
          </a:bodyPr>
          <a:lstStyle/>
          <a:p>
            <a:pPr algn="l">
              <a:spcBef>
                <a:spcPts val="0"/>
              </a:spcBef>
              <a:spcAft>
                <a:spcPts val="400"/>
              </a:spcAft>
            </a:pPr>
            <a:r>
              <a:rPr sz="1250" b="0" i="0">
                <a:solidFill>
                  <a:srgbClr val="5A5A5A"/>
                </a:solidFill>
                <a:latin typeface="Times New Roman"/>
                <a:cs typeface="Times New Roman"/>
              </a:rPr>
              <a:t>Top bigrams by class. Positive: “fast service”, “friendly staff”. Negative: “order wrong”, “food cold”.</a:t>
            </a:r>
          </a:p>
          <a:p>
            <a:pPr algn="l">
              <a:spcBef>
                <a:spcPts val="0"/>
              </a:spcBef>
              <a:spcAft>
                <a:spcPts val="400"/>
              </a:spcAft>
            </a:pPr>
            <a:r>
              <a:rPr sz="1250" b="0" i="1">
                <a:solidFill>
                  <a:srgbClr val="5A5A5A"/>
                </a:solidFill>
                <a:latin typeface="Times New Roman"/>
                <a:cs typeface="Times New Roman"/>
              </a:rPr>
              <a:t>DistilBERT skips TF-IDF and uses its own sub-word tokenizer.</a:t>
            </a:r>
          </a:p>
        </p:txBody>
      </p:sp>
    </p:spTree>
    <p:custDataLst>
      <p:tags r:id="rId1"/>
    </p:custData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vert="horz" wrap="square" lIns="0" tIns="0" rIns="0" bIns="0" rtlCol="0" anchor="b">
            <a:normAutofit/>
          </a:bodyPr>
          <a:lstStyle>
            <a:lvl1pPr>
              <a:defRPr>
                <a:latin typeface="+mj-lt"/>
                <a:sym typeface="+mj-ea"/>
              </a:defRPr>
            </a:lvl1pPr>
          </a:lstStyle>
          <a:p>
            <a:pPr lvl="0" algn="l">
              <a:buClrTx/>
              <a:buSzTx/>
              <a:buFontTx/>
            </a:pPr>
            <a:r>
              <a:rPr lang="en-US" dirty="0">
                <a:latin typeface="Times New Roman" panose="02020603050405020304" charset="0"/>
                <a:ea typeface="+mj-ea"/>
                <a:cs typeface="Times New Roman" panose="02020603050405020304" charset="0"/>
                <a:sym typeface="+mn-ea"/>
              </a:rPr>
              <a:t>MODEL SELECTION, TRAINING AND TESTING</a:t>
            </a:r>
          </a:p>
        </p:txBody>
      </p:sp>
      <p:sp>
        <p:nvSpPr>
          <p:cNvPr id="2" name="Slide Number Placeholder 1"/>
          <p:cNvSpPr>
            <a:spLocks noGrp="1"/>
          </p:cNvSpPr>
          <p:nvPr>
            <p:ph type="sldNum" sz="quarter" idx="12"/>
          </p:nvPr>
        </p:nvSpPr>
        <p:spPr/>
        <p:txBody>
          <a:bodyPr/>
          <a:lstStyle/>
          <a:p>
            <a:fld id="{BE5F26B5-172A-4DC2-B0B7-181CFC56B87C}" type="slidenum">
              <a:rPr lang="en-US" smtClean="0">
                <a:latin typeface="Times New Roman" panose="02020603050405020304" charset="0"/>
                <a:cs typeface="Times New Roman" panose="02020603050405020304" charset="0"/>
              </a:rPr>
              <a:t>9</a:t>
            </a:fld>
            <a:endParaRPr lang="en-US" smtClean="0">
              <a:latin typeface="Times New Roman" panose="02020603050405020304" charset="0"/>
              <a:cs typeface="Times New Roman" panose="02020603050405020304" charset="0"/>
            </a:endParaRPr>
          </a:p>
        </p:txBody>
      </p:sp>
      <p:graphicFrame>
        <p:nvGraphicFramePr>
          <p:cNvPr id="4" name="Table 3"/>
          <p:cNvGraphicFramePr>
            <a:graphicFrameLocks noGrp="1"/>
          </p:cNvGraphicFramePr>
          <p:nvPr/>
        </p:nvGraphicFramePr>
        <p:xfrm>
          <a:off x="694944" y="1371600"/>
          <a:ext cx="6675120" cy="4242816"/>
        </p:xfrm>
        <a:graphic>
          <a:graphicData uri="http://schemas.openxmlformats.org/drawingml/2006/table">
            <a:tbl>
              <a:tblPr firstRow="1">
                <a:tableStyleId>{5C22544A-7EE6-4342-B048-85BDC9FD1C3A}</a:tableStyleId>
              </a:tblPr>
              <a:tblGrid>
                <a:gridCol w="1965960"/>
                <a:gridCol w="1600200"/>
                <a:gridCol w="3108960"/>
              </a:tblGrid>
              <a:tr h="530352">
                <a:tc>
                  <a:txBody>
                    <a:bodyPr/>
                    <a:lstStyle/>
                    <a:p>
                      <a:r>
                        <a:rPr sz="1350" b="1" i="0">
                          <a:solidFill>
                            <a:srgbClr val="FFFFFF"/>
                          </a:solidFill>
                          <a:latin typeface="Times New Roman"/>
                          <a:cs typeface="Times New Roman"/>
                        </a:rPr>
                        <a:t>Model</a:t>
                      </a:r>
                    </a:p>
                  </a:txBody>
                  <a:tcPr marL="73152" marR="73152" marT="27432" marB="27432" anchor="ctr">
                    <a:solidFill>
                      <a:srgbClr val="0E5E5A"/>
                    </a:solidFill>
                  </a:tcPr>
                </a:tc>
                <a:tc>
                  <a:txBody>
                    <a:bodyPr/>
                    <a:lstStyle/>
                    <a:p>
                      <a:r>
                        <a:rPr sz="1350" b="1" i="0">
                          <a:solidFill>
                            <a:srgbClr val="FFFFFF"/>
                          </a:solidFill>
                          <a:latin typeface="Times New Roman"/>
                          <a:cs typeface="Times New Roman"/>
                        </a:rPr>
                        <a:t>Representation</a:t>
                      </a:r>
                    </a:p>
                  </a:txBody>
                  <a:tcPr marL="73152" marR="73152" marT="27432" marB="27432" anchor="ctr">
                    <a:solidFill>
                      <a:srgbClr val="0E5E5A"/>
                    </a:solidFill>
                  </a:tcPr>
                </a:tc>
                <a:tc>
                  <a:txBody>
                    <a:bodyPr/>
                    <a:lstStyle/>
                    <a:p>
                      <a:r>
                        <a:rPr sz="1350" b="1" i="0">
                          <a:solidFill>
                            <a:srgbClr val="FFFFFF"/>
                          </a:solidFill>
                          <a:latin typeface="Times New Roman"/>
                          <a:cs typeface="Times New Roman"/>
                        </a:rPr>
                        <a:t>Key configuration</a:t>
                      </a:r>
                    </a:p>
                  </a:txBody>
                  <a:tcPr marL="73152" marR="73152" marT="27432" marB="27432" anchor="ctr">
                    <a:solidFill>
                      <a:srgbClr val="0E5E5A"/>
                    </a:solidFill>
                  </a:tcPr>
                </a:tc>
              </a:tr>
              <a:tr h="530352">
                <a:tc>
                  <a:txBody>
                    <a:bodyPr/>
                    <a:lstStyle/>
                    <a:p>
                      <a:r>
                        <a:rPr sz="1350" b="0" i="0">
                          <a:solidFill>
                            <a:srgbClr val="222222"/>
                          </a:solidFill>
                          <a:latin typeface="Times New Roman"/>
                          <a:cs typeface="Times New Roman"/>
                        </a:rPr>
                        <a:t>Logistic Regression</a:t>
                      </a:r>
                    </a:p>
                  </a:txBody>
                  <a:tcPr marL="73152" marR="73152" marT="27432" marB="27432" anchor="ctr">
                    <a:solidFill>
                      <a:srgbClr val="FFFFFF"/>
                    </a:solidFill>
                  </a:tcPr>
                </a:tc>
                <a:tc>
                  <a:txBody>
                    <a:bodyPr/>
                    <a:lstStyle/>
                    <a:p>
                      <a:r>
                        <a:rPr sz="1350" b="0" i="0">
                          <a:solidFill>
                            <a:srgbClr val="222222"/>
                          </a:solidFill>
                          <a:latin typeface="Times New Roman"/>
                          <a:cs typeface="Times New Roman"/>
                        </a:rPr>
                        <a:t>TF-IDF</a:t>
                      </a:r>
                    </a:p>
                  </a:txBody>
                  <a:tcPr marL="73152" marR="73152" marT="27432" marB="27432" anchor="ctr">
                    <a:solidFill>
                      <a:srgbClr val="FFFFFF"/>
                    </a:solidFill>
                  </a:tcPr>
                </a:tc>
                <a:tc>
                  <a:txBody>
                    <a:bodyPr/>
                    <a:lstStyle/>
                    <a:p>
                      <a:r>
                        <a:rPr sz="1350" b="0" i="0">
                          <a:solidFill>
                            <a:srgbClr val="222222"/>
                          </a:solidFill>
                          <a:latin typeface="Times New Roman"/>
                          <a:cs typeface="Times New Roman"/>
                        </a:rPr>
                        <a:t>L2 regularisation, balanced class weights</a:t>
                      </a:r>
                    </a:p>
                  </a:txBody>
                  <a:tcPr marL="73152" marR="73152" marT="27432" marB="27432" anchor="ctr">
                    <a:solidFill>
                      <a:srgbClr val="FFFFFF"/>
                    </a:solidFill>
                  </a:tcPr>
                </a:tc>
              </a:tr>
              <a:tr h="530352">
                <a:tc>
                  <a:txBody>
                    <a:bodyPr/>
                    <a:lstStyle/>
                    <a:p>
                      <a:r>
                        <a:rPr sz="1350" b="0" i="0">
                          <a:solidFill>
                            <a:srgbClr val="222222"/>
                          </a:solidFill>
                          <a:latin typeface="Times New Roman"/>
                          <a:cs typeface="Times New Roman"/>
                        </a:rPr>
                        <a:t>Linear SVM</a:t>
                      </a:r>
                    </a:p>
                  </a:txBody>
                  <a:tcPr marL="73152" marR="73152" marT="27432" marB="27432" anchor="ctr">
                    <a:solidFill>
                      <a:srgbClr val="F3FAF9"/>
                    </a:solidFill>
                  </a:tcPr>
                </a:tc>
                <a:tc>
                  <a:txBody>
                    <a:bodyPr/>
                    <a:lstStyle/>
                    <a:p>
                      <a:r>
                        <a:rPr sz="1350" b="0" i="0">
                          <a:solidFill>
                            <a:srgbClr val="222222"/>
                          </a:solidFill>
                          <a:latin typeface="Times New Roman"/>
                          <a:cs typeface="Times New Roman"/>
                        </a:rPr>
                        <a:t>TF-IDF</a:t>
                      </a:r>
                    </a:p>
                  </a:txBody>
                  <a:tcPr marL="73152" marR="73152" marT="27432" marB="27432" anchor="ctr">
                    <a:solidFill>
                      <a:srgbClr val="F3FAF9"/>
                    </a:solidFill>
                  </a:tcPr>
                </a:tc>
                <a:tc>
                  <a:txBody>
                    <a:bodyPr/>
                    <a:lstStyle/>
                    <a:p>
                      <a:r>
                        <a:rPr sz="1350" b="0" i="0">
                          <a:solidFill>
                            <a:srgbClr val="222222"/>
                          </a:solidFill>
                          <a:latin typeface="Times New Roman"/>
                          <a:cs typeface="Times New Roman"/>
                        </a:rPr>
                        <a:t>Balanced class weights</a:t>
                      </a:r>
                    </a:p>
                  </a:txBody>
                  <a:tcPr marL="73152" marR="73152" marT="27432" marB="27432" anchor="ctr">
                    <a:solidFill>
                      <a:srgbClr val="F3FAF9"/>
                    </a:solidFill>
                  </a:tcPr>
                </a:tc>
              </a:tr>
              <a:tr h="530352">
                <a:tc>
                  <a:txBody>
                    <a:bodyPr/>
                    <a:lstStyle/>
                    <a:p>
                      <a:r>
                        <a:rPr sz="1350" b="0" i="0">
                          <a:solidFill>
                            <a:srgbClr val="222222"/>
                          </a:solidFill>
                          <a:latin typeface="Times New Roman"/>
                          <a:cs typeface="Times New Roman"/>
                        </a:rPr>
                        <a:t>Multinomial Naive Bayes</a:t>
                      </a:r>
                    </a:p>
                  </a:txBody>
                  <a:tcPr marL="73152" marR="73152" marT="27432" marB="27432" anchor="ctr">
                    <a:solidFill>
                      <a:srgbClr val="FFFFFF"/>
                    </a:solidFill>
                  </a:tcPr>
                </a:tc>
                <a:tc>
                  <a:txBody>
                    <a:bodyPr/>
                    <a:lstStyle/>
                    <a:p>
                      <a:r>
                        <a:rPr sz="1350" b="0" i="0">
                          <a:solidFill>
                            <a:srgbClr val="222222"/>
                          </a:solidFill>
                          <a:latin typeface="Times New Roman"/>
                          <a:cs typeface="Times New Roman"/>
                        </a:rPr>
                        <a:t>TF-IDF</a:t>
                      </a:r>
                    </a:p>
                  </a:txBody>
                  <a:tcPr marL="73152" marR="73152" marT="27432" marB="27432" anchor="ctr">
                    <a:solidFill>
                      <a:srgbClr val="FFFFFF"/>
                    </a:solidFill>
                  </a:tcPr>
                </a:tc>
                <a:tc>
                  <a:txBody>
                    <a:bodyPr/>
                    <a:lstStyle/>
                    <a:p>
                      <a:r>
                        <a:rPr sz="1350" b="0" i="0">
                          <a:solidFill>
                            <a:srgbClr val="222222"/>
                          </a:solidFill>
                          <a:latin typeface="Times New Roman"/>
                          <a:cs typeface="Times New Roman"/>
                        </a:rPr>
                        <a:t>Laplace smoothing (α = 1.0), no class weights</a:t>
                      </a:r>
                    </a:p>
                  </a:txBody>
                  <a:tcPr marL="73152" marR="73152" marT="27432" marB="27432" anchor="ctr">
                    <a:solidFill>
                      <a:srgbClr val="FFFFFF"/>
                    </a:solidFill>
                  </a:tcPr>
                </a:tc>
              </a:tr>
              <a:tr h="530352">
                <a:tc>
                  <a:txBody>
                    <a:bodyPr/>
                    <a:lstStyle/>
                    <a:p>
                      <a:r>
                        <a:rPr sz="1350" b="0" i="0">
                          <a:solidFill>
                            <a:srgbClr val="222222"/>
                          </a:solidFill>
                          <a:latin typeface="Times New Roman"/>
                          <a:cs typeface="Times New Roman"/>
                        </a:rPr>
                        <a:t>SGDClassifier</a:t>
                      </a:r>
                    </a:p>
                  </a:txBody>
                  <a:tcPr marL="73152" marR="73152" marT="27432" marB="27432" anchor="ctr">
                    <a:solidFill>
                      <a:srgbClr val="F3FAF9"/>
                    </a:solidFill>
                  </a:tcPr>
                </a:tc>
                <a:tc>
                  <a:txBody>
                    <a:bodyPr/>
                    <a:lstStyle/>
                    <a:p>
                      <a:r>
                        <a:rPr sz="1350" b="0" i="0">
                          <a:solidFill>
                            <a:srgbClr val="222222"/>
                          </a:solidFill>
                          <a:latin typeface="Times New Roman"/>
                          <a:cs typeface="Times New Roman"/>
                        </a:rPr>
                        <a:t>TF-IDF</a:t>
                      </a:r>
                    </a:p>
                  </a:txBody>
                  <a:tcPr marL="73152" marR="73152" marT="27432" marB="27432" anchor="ctr">
                    <a:solidFill>
                      <a:srgbClr val="F3FAF9"/>
                    </a:solidFill>
                  </a:tcPr>
                </a:tc>
                <a:tc>
                  <a:txBody>
                    <a:bodyPr/>
                    <a:lstStyle/>
                    <a:p>
                      <a:r>
                        <a:rPr sz="1350" b="0" i="0">
                          <a:solidFill>
                            <a:srgbClr val="222222"/>
                          </a:solidFill>
                          <a:latin typeface="Times New Roman"/>
                          <a:cs typeface="Times New Roman"/>
                        </a:rPr>
                        <a:t>Linear model trained by stochastic gradient descent</a:t>
                      </a:r>
                    </a:p>
                  </a:txBody>
                  <a:tcPr marL="73152" marR="73152" marT="27432" marB="27432" anchor="ctr">
                    <a:solidFill>
                      <a:srgbClr val="F3FAF9"/>
                    </a:solidFill>
                  </a:tcPr>
                </a:tc>
              </a:tr>
              <a:tr h="530352">
                <a:tc>
                  <a:txBody>
                    <a:bodyPr/>
                    <a:lstStyle/>
                    <a:p>
                      <a:r>
                        <a:rPr sz="1350" b="0" i="0">
                          <a:solidFill>
                            <a:srgbClr val="222222"/>
                          </a:solidFill>
                          <a:latin typeface="Times New Roman"/>
                          <a:cs typeface="Times New Roman"/>
                        </a:rPr>
                        <a:t>RidgeClassifier</a:t>
                      </a:r>
                    </a:p>
                  </a:txBody>
                  <a:tcPr marL="73152" marR="73152" marT="27432" marB="27432" anchor="ctr">
                    <a:solidFill>
                      <a:srgbClr val="FFFFFF"/>
                    </a:solidFill>
                  </a:tcPr>
                </a:tc>
                <a:tc>
                  <a:txBody>
                    <a:bodyPr/>
                    <a:lstStyle/>
                    <a:p>
                      <a:r>
                        <a:rPr sz="1350" b="0" i="0">
                          <a:solidFill>
                            <a:srgbClr val="222222"/>
                          </a:solidFill>
                          <a:latin typeface="Times New Roman"/>
                          <a:cs typeface="Times New Roman"/>
                        </a:rPr>
                        <a:t>TF-IDF</a:t>
                      </a:r>
                    </a:p>
                  </a:txBody>
                  <a:tcPr marL="73152" marR="73152" marT="27432" marB="27432" anchor="ctr">
                    <a:solidFill>
                      <a:srgbClr val="FFFFFF"/>
                    </a:solidFill>
                  </a:tcPr>
                </a:tc>
                <a:tc>
                  <a:txBody>
                    <a:bodyPr/>
                    <a:lstStyle/>
                    <a:p>
                      <a:r>
                        <a:rPr sz="1350" b="0" i="0">
                          <a:solidFill>
                            <a:srgbClr val="222222"/>
                          </a:solidFill>
                          <a:latin typeface="Times New Roman"/>
                          <a:cs typeface="Times New Roman"/>
                        </a:rPr>
                        <a:t>L2-penalised least squares</a:t>
                      </a:r>
                    </a:p>
                  </a:txBody>
                  <a:tcPr marL="73152" marR="73152" marT="27432" marB="27432" anchor="ctr">
                    <a:solidFill>
                      <a:srgbClr val="FFFFFF"/>
                    </a:solidFill>
                  </a:tcPr>
                </a:tc>
              </a:tr>
              <a:tr h="530352">
                <a:tc>
                  <a:txBody>
                    <a:bodyPr/>
                    <a:lstStyle/>
                    <a:p>
                      <a:r>
                        <a:rPr sz="1350" b="0" i="0">
                          <a:solidFill>
                            <a:srgbClr val="222222"/>
                          </a:solidFill>
                          <a:latin typeface="Times New Roman"/>
                          <a:cs typeface="Times New Roman"/>
                        </a:rPr>
                        <a:t>VADER [3]</a:t>
                      </a:r>
                    </a:p>
                  </a:txBody>
                  <a:tcPr marL="73152" marR="73152" marT="27432" marB="27432" anchor="ctr">
                    <a:solidFill>
                      <a:srgbClr val="F3FAF9"/>
                    </a:solidFill>
                  </a:tcPr>
                </a:tc>
                <a:tc>
                  <a:txBody>
                    <a:bodyPr/>
                    <a:lstStyle/>
                    <a:p>
                      <a:r>
                        <a:rPr sz="1350" b="0" i="0">
                          <a:solidFill>
                            <a:srgbClr val="222222"/>
                          </a:solidFill>
                          <a:latin typeface="Times New Roman"/>
                          <a:cs typeface="Times New Roman"/>
                        </a:rPr>
                        <a:t>Raw-text lexicon</a:t>
                      </a:r>
                    </a:p>
                  </a:txBody>
                  <a:tcPr marL="73152" marR="73152" marT="27432" marB="27432" anchor="ctr">
                    <a:solidFill>
                      <a:srgbClr val="F3FAF9"/>
                    </a:solidFill>
                  </a:tcPr>
                </a:tc>
                <a:tc>
                  <a:txBody>
                    <a:bodyPr/>
                    <a:lstStyle/>
                    <a:p>
                      <a:r>
                        <a:rPr sz="1350" b="0" i="0">
                          <a:solidFill>
                            <a:srgbClr val="222222"/>
                          </a:solidFill>
                          <a:latin typeface="Times New Roman"/>
                          <a:cs typeface="Times New Roman"/>
                        </a:rPr>
                        <a:t>Standard compound-score thresholds, no training</a:t>
                      </a:r>
                    </a:p>
                  </a:txBody>
                  <a:tcPr marL="73152" marR="73152" marT="27432" marB="27432" anchor="ctr">
                    <a:solidFill>
                      <a:srgbClr val="F3FAF9"/>
                    </a:solidFill>
                  </a:tcPr>
                </a:tc>
              </a:tr>
              <a:tr h="530352">
                <a:tc>
                  <a:txBody>
                    <a:bodyPr/>
                    <a:lstStyle/>
                    <a:p>
                      <a:r>
                        <a:rPr sz="1350" b="0" i="0">
                          <a:solidFill>
                            <a:srgbClr val="222222"/>
                          </a:solidFill>
                          <a:latin typeface="Times New Roman"/>
                          <a:cs typeface="Times New Roman"/>
                        </a:rPr>
                        <a:t>DistilBERT [10]</a:t>
                      </a:r>
                    </a:p>
                  </a:txBody>
                  <a:tcPr marL="73152" marR="73152" marT="27432" marB="27432" anchor="ctr">
                    <a:solidFill>
                      <a:srgbClr val="CDEBE7"/>
                    </a:solidFill>
                  </a:tcPr>
                </a:tc>
                <a:tc>
                  <a:txBody>
                    <a:bodyPr/>
                    <a:lstStyle/>
                    <a:p>
                      <a:r>
                        <a:rPr sz="1350" b="0" i="0">
                          <a:solidFill>
                            <a:srgbClr val="222222"/>
                          </a:solidFill>
                          <a:latin typeface="Times New Roman"/>
                          <a:cs typeface="Times New Roman"/>
                        </a:rPr>
                        <a:t>Sub-word tokens</a:t>
                      </a:r>
                    </a:p>
                  </a:txBody>
                  <a:tcPr marL="73152" marR="73152" marT="27432" marB="27432" anchor="ctr">
                    <a:solidFill>
                      <a:srgbClr val="CDEBE7"/>
                    </a:solidFill>
                  </a:tcPr>
                </a:tc>
                <a:tc>
                  <a:txBody>
                    <a:bodyPr/>
                    <a:lstStyle/>
                    <a:p>
                      <a:r>
                        <a:rPr sz="1350" b="0" i="0">
                          <a:solidFill>
                            <a:srgbClr val="222222"/>
                          </a:solidFill>
                          <a:latin typeface="Times New Roman"/>
                          <a:cs typeface="Times New Roman"/>
                        </a:rPr>
                        <a:t>distilbert-base-uncased (≈ 66M parameters), class-weighted cross-entropy</a:t>
                      </a:r>
                    </a:p>
                  </a:txBody>
                  <a:tcPr marL="73152" marR="73152" marT="27432" marB="27432" anchor="ctr">
                    <a:solidFill>
                      <a:srgbClr val="CDEBE7"/>
                    </a:solidFill>
                  </a:tcPr>
                </a:tc>
              </a:tr>
            </a:tbl>
          </a:graphicData>
        </a:graphic>
      </p:graphicFrame>
      <p:sp>
        <p:nvSpPr>
          <p:cNvPr id="5" name="TextBox 4"/>
          <p:cNvSpPr txBox="1"/>
          <p:nvPr/>
        </p:nvSpPr>
        <p:spPr>
          <a:xfrm>
            <a:off x="694944" y="5760720"/>
            <a:ext cx="6675120" cy="457200"/>
          </a:xfrm>
          <a:prstGeom prst="rect">
            <a:avLst/>
          </a:prstGeom>
          <a:noFill/>
        </p:spPr>
        <p:txBody>
          <a:bodyPr wrap="square" lIns="45720" tIns="27432" rIns="45720" bIns="27432" anchor="t">
            <a:spAutoFit/>
          </a:bodyPr>
          <a:lstStyle/>
          <a:p>
            <a:pPr algn="l">
              <a:spcBef>
                <a:spcPts val="0"/>
              </a:spcBef>
              <a:spcAft>
                <a:spcPts val="400"/>
              </a:spcAft>
            </a:pPr>
            <a:r>
              <a:rPr sz="1350" b="0" i="1">
                <a:solidFill>
                  <a:srgbClr val="5A5A5A"/>
                </a:solidFill>
                <a:latin typeface="Times New Roman"/>
                <a:cs typeface="Times New Roman"/>
              </a:rPr>
              <a:t>Balanced class weights protect the Neutral minority in Logistic Regression, Linear SVM and the transformer loss.</a:t>
            </a:r>
          </a:p>
        </p:txBody>
      </p:sp>
      <p:sp>
        <p:nvSpPr>
          <p:cNvPr id="6" name="Rounded Rectangle 5"/>
          <p:cNvSpPr/>
          <p:nvPr/>
        </p:nvSpPr>
        <p:spPr>
          <a:xfrm>
            <a:off x="7680960" y="1371600"/>
            <a:ext cx="3813048" cy="260604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54864" rtlCol="0" anchor="t"/>
          <a:lstStyle/>
          <a:p>
            <a:pPr algn="l">
              <a:spcBef>
                <a:spcPts val="0"/>
              </a:spcBef>
              <a:spcAft>
                <a:spcPts val="600"/>
              </a:spcAft>
            </a:pPr>
            <a:r>
              <a:rPr sz="1700" b="1" i="0">
                <a:solidFill>
                  <a:srgbClr val="0E5E5A"/>
                </a:solidFill>
                <a:latin typeface="Times New Roman"/>
                <a:cs typeface="Times New Roman"/>
              </a:rPr>
              <a:t>Training and testing</a:t>
            </a:r>
          </a:p>
          <a:p>
            <a:pPr marL="228600" indent="-228600" algn="l">
              <a:spcBef>
                <a:spcPts val="0"/>
              </a:spcBef>
              <a:spcAft>
                <a:spcPts val="500"/>
              </a:spcAft>
              <a:buClr>
                <a:srgbClr val="0070C0"/>
              </a:buClr>
              <a:buFont typeface="Wingdings" pitchFamily="2" charset="2"/>
              <a:buChar char="§"/>
            </a:pPr>
            <a:r>
              <a:rPr sz="1400" b="0" i="0">
                <a:solidFill>
                  <a:srgbClr val="222222"/>
                </a:solidFill>
                <a:latin typeface="Times New Roman"/>
                <a:cs typeface="Times New Roman"/>
              </a:rPr>
              <a:t>Stratified 70 / 15 / 15 split: train, validation, test</a:t>
            </a:r>
          </a:p>
          <a:p>
            <a:pPr marL="228600" indent="-228600" algn="l">
              <a:spcBef>
                <a:spcPts val="0"/>
              </a:spcBef>
              <a:spcAft>
                <a:spcPts val="500"/>
              </a:spcAft>
              <a:buClr>
                <a:srgbClr val="0070C0"/>
              </a:buClr>
              <a:buFont typeface="Wingdings" pitchFamily="2" charset="2"/>
              <a:buChar char="§"/>
            </a:pPr>
            <a:r>
              <a:rPr sz="1400" b="0" i="0">
                <a:solidFill>
                  <a:srgbClr val="222222"/>
                </a:solidFill>
                <a:latin typeface="Times New Roman"/>
                <a:cs typeface="Times New Roman"/>
              </a:rPr>
              <a:t>Validation set tunes hyper-parameters and picks the best DistilBERT checkpoint</a:t>
            </a:r>
          </a:p>
          <a:p>
            <a:pPr marL="228600" indent="-228600" algn="l">
              <a:spcBef>
                <a:spcPts val="0"/>
              </a:spcBef>
              <a:spcAft>
                <a:spcPts val="500"/>
              </a:spcAft>
              <a:buClr>
                <a:srgbClr val="0070C0"/>
              </a:buClr>
              <a:buFont typeface="Wingdings" pitchFamily="2" charset="2"/>
              <a:buChar char="§"/>
            </a:pPr>
            <a:r>
              <a:rPr sz="1400" b="0" i="0">
                <a:solidFill>
                  <a:srgbClr val="222222"/>
                </a:solidFill>
                <a:latin typeface="Times New Roman"/>
                <a:cs typeface="Times New Roman"/>
              </a:rPr>
              <a:t>5-fold stratified CV for classical models</a:t>
            </a:r>
          </a:p>
          <a:p>
            <a:pPr marL="228600" indent="-228600" algn="l">
              <a:spcBef>
                <a:spcPts val="0"/>
              </a:spcBef>
              <a:spcAft>
                <a:spcPts val="500"/>
              </a:spcAft>
              <a:buClr>
                <a:srgbClr val="0070C0"/>
              </a:buClr>
              <a:buFont typeface="Wingdings" pitchFamily="2" charset="2"/>
              <a:buChar char="§"/>
            </a:pPr>
            <a:r>
              <a:rPr sz="1400" b="0" i="0">
                <a:solidFill>
                  <a:srgbClr val="222222"/>
                </a:solidFill>
                <a:latin typeface="Times New Roman"/>
                <a:cs typeface="Times New Roman"/>
              </a:rPr>
              <a:t>Test set (3,319 reviews) used once</a:t>
            </a:r>
          </a:p>
        </p:txBody>
      </p:sp>
      <p:sp>
        <p:nvSpPr>
          <p:cNvPr id="7" name="Rounded Rectangle 6"/>
          <p:cNvSpPr/>
          <p:nvPr/>
        </p:nvSpPr>
        <p:spPr>
          <a:xfrm>
            <a:off x="7680960" y="4160520"/>
            <a:ext cx="3813048" cy="15544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54864" rtlCol="0" anchor="t"/>
          <a:lstStyle/>
          <a:p>
            <a:pPr algn="l">
              <a:spcBef>
                <a:spcPts val="0"/>
              </a:spcBef>
              <a:spcAft>
                <a:spcPts val="600"/>
              </a:spcAft>
            </a:pPr>
            <a:r>
              <a:rPr sz="1700" b="1" i="0">
                <a:solidFill>
                  <a:srgbClr val="0E5E5A"/>
                </a:solidFill>
                <a:latin typeface="Times New Roman"/>
                <a:cs typeface="Times New Roman"/>
              </a:rPr>
              <a:t>Evaluation</a:t>
            </a:r>
          </a:p>
          <a:p>
            <a:pPr marL="228600" indent="-228600" algn="l">
              <a:spcBef>
                <a:spcPts val="0"/>
              </a:spcBef>
              <a:spcAft>
                <a:spcPts val="500"/>
              </a:spcAft>
              <a:buClr>
                <a:srgbClr val="0070C0"/>
              </a:buClr>
              <a:buFont typeface="Wingdings" pitchFamily="2" charset="2"/>
              <a:buChar char="§"/>
            </a:pPr>
            <a:r>
              <a:rPr sz="1400" b="0" i="0">
                <a:solidFill>
                  <a:srgbClr val="222222"/>
                </a:solidFill>
                <a:latin typeface="Times New Roman"/>
                <a:cs typeface="Times New Roman"/>
              </a:rPr>
              <a:t>Primary metric: macro-F1</a:t>
            </a:r>
          </a:p>
          <a:p>
            <a:pPr marL="228600" indent="-228600" algn="l">
              <a:spcBef>
                <a:spcPts val="0"/>
              </a:spcBef>
              <a:spcAft>
                <a:spcPts val="500"/>
              </a:spcAft>
              <a:buClr>
                <a:srgbClr val="0070C0"/>
              </a:buClr>
              <a:buFont typeface="Wingdings" pitchFamily="2" charset="2"/>
              <a:buChar char="§"/>
            </a:pPr>
            <a:r>
              <a:rPr sz="1400" b="0" i="0">
                <a:solidFill>
                  <a:srgbClr val="222222"/>
                </a:solidFill>
                <a:latin typeface="Times New Roman"/>
                <a:cs typeface="Times New Roman"/>
              </a:rPr>
              <a:t>Also accuracy, per-class F1, log loss, Brier score, ROC-AUC and PR-AUC</a:t>
            </a:r>
          </a:p>
        </p:txBody>
      </p:sp>
    </p:spTree>
    <p:custDataLst>
      <p:tags r:id="rId1"/>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vert="horz" wrap="square" lIns="0" tIns="0" rIns="0" bIns="0" rtlCol="0" anchor="b">
            <a:normAutofit/>
          </a:bodyPr>
          <a:lstStyle>
            <a:lvl1pPr>
              <a:defRPr>
                <a:latin typeface="+mj-lt"/>
                <a:sym typeface="+mj-ea"/>
              </a:defRPr>
            </a:lvl1pPr>
          </a:lstStyle>
          <a:p>
            <a:pPr lvl="0" algn="l">
              <a:buClrTx/>
              <a:buSzTx/>
              <a:buFontTx/>
            </a:pPr>
            <a:r>
              <a:rPr lang="en-US" dirty="0">
                <a:latin typeface="Times New Roman" panose="02020603050405020304" charset="0"/>
                <a:ea typeface="+mj-ea"/>
                <a:cs typeface="Times New Roman" panose="02020603050405020304" charset="0"/>
                <a:sym typeface="+mn-ea"/>
              </a:rPr>
              <a:t>MODEL DEPLOYMENT AND INTEGRATION</a:t>
            </a:r>
          </a:p>
        </p:txBody>
      </p:sp>
      <p:sp>
        <p:nvSpPr>
          <p:cNvPr id="9" name="Slide Number Placeholder 8"/>
          <p:cNvSpPr>
            <a:spLocks noGrp="1"/>
          </p:cNvSpPr>
          <p:nvPr>
            <p:ph type="sldNum" sz="quarter" idx="12"/>
          </p:nvPr>
        </p:nvSpPr>
        <p:spPr/>
        <p:txBody>
          <a:bodyPr/>
          <a:lstStyle/>
          <a:p>
            <a:fld id="{BE5F26B5-172A-4DC2-B0B7-181CFC56B87C}" type="slidenum">
              <a:rPr lang="en-US" smtClean="0">
                <a:latin typeface="Times New Roman" panose="02020603050405020304" charset="0"/>
                <a:cs typeface="Times New Roman" panose="02020603050405020304" charset="0"/>
              </a:rPr>
              <a:t>10</a:t>
            </a:fld>
            <a:endParaRPr lang="en-US" smtClean="0">
              <a:latin typeface="Times New Roman" panose="02020603050405020304" charset="0"/>
              <a:cs typeface="Times New Roman" panose="02020603050405020304" charset="0"/>
            </a:endParaRPr>
          </a:p>
        </p:txBody>
      </p:sp>
      <p:sp>
        <p:nvSpPr>
          <p:cNvPr id="10" name="Rounded Rectangle 9"/>
          <p:cNvSpPr/>
          <p:nvPr/>
        </p:nvSpPr>
        <p:spPr>
          <a:xfrm>
            <a:off x="694944" y="1371600"/>
            <a:ext cx="5394960" cy="100584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lstStyle/>
          <a:p>
            <a:pPr algn="l">
              <a:spcBef>
                <a:spcPts val="0"/>
              </a:spcBef>
              <a:spcAft>
                <a:spcPts val="200"/>
              </a:spcAft>
            </a:pPr>
            <a:r>
              <a:rPr sz="1500" b="1" i="0">
                <a:solidFill>
                  <a:srgbClr val="0E5E5A"/>
                </a:solidFill>
                <a:latin typeface="Times New Roman"/>
                <a:cs typeface="Times New Roman"/>
              </a:rPr>
              <a:t>Serialised models</a:t>
            </a:r>
          </a:p>
          <a:p>
            <a:pPr algn="l">
              <a:spcBef>
                <a:spcPts val="0"/>
              </a:spcBef>
              <a:spcAft>
                <a:spcPts val="0"/>
              </a:spcAft>
            </a:pPr>
            <a:r>
              <a:rPr sz="1350" b="0" i="0">
                <a:solidFill>
                  <a:srgbClr val="222222"/>
                </a:solidFill>
                <a:latin typeface="Times New Roman"/>
                <a:cs typeface="Times New Roman"/>
              </a:rPr>
              <a:t>Four .pkl models, the TF-IDF vectoriser and the fine-tuned DistilBERT directory, loaded once at start-up</a:t>
            </a:r>
          </a:p>
        </p:txBody>
      </p:sp>
      <p:sp>
        <p:nvSpPr>
          <p:cNvPr id="11" name="Down Arrow 10"/>
          <p:cNvSpPr/>
          <p:nvPr/>
        </p:nvSpPr>
        <p:spPr>
          <a:xfrm>
            <a:off x="3255264" y="2404872"/>
            <a:ext cx="274320" cy="219456"/>
          </a:xfrm>
          <a:prstGeom prst="downArrow">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94944" y="2651760"/>
            <a:ext cx="5394960" cy="100584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lstStyle/>
          <a:p>
            <a:pPr algn="l">
              <a:spcBef>
                <a:spcPts val="0"/>
              </a:spcBef>
              <a:spcAft>
                <a:spcPts val="200"/>
              </a:spcAft>
            </a:pPr>
            <a:r>
              <a:rPr sz="1500" b="1" i="0">
                <a:solidFill>
                  <a:srgbClr val="0E5E5A"/>
                </a:solidFill>
                <a:latin typeface="Times New Roman"/>
                <a:cs typeface="Times New Roman"/>
              </a:rPr>
              <a:t>FastAPI REST service (port 8000)</a:t>
            </a:r>
          </a:p>
          <a:p>
            <a:pPr algn="l">
              <a:spcBef>
                <a:spcPts val="0"/>
              </a:spcBef>
              <a:spcAft>
                <a:spcPts val="0"/>
              </a:spcAft>
            </a:pPr>
            <a:r>
              <a:rPr sz="1350" b="0" i="0">
                <a:solidFill>
                  <a:srgbClr val="222222"/>
                </a:solidFill>
                <a:latin typeface="Times New Roman"/>
                <a:cs typeface="Times New Roman"/>
              </a:rPr>
              <a:t>Single and batch prediction, model metrics and figures returned as JSON</a:t>
            </a:r>
          </a:p>
        </p:txBody>
      </p:sp>
      <p:sp>
        <p:nvSpPr>
          <p:cNvPr id="13" name="Down Arrow 12"/>
          <p:cNvSpPr/>
          <p:nvPr/>
        </p:nvSpPr>
        <p:spPr>
          <a:xfrm>
            <a:off x="3255264" y="3685031"/>
            <a:ext cx="274320" cy="219456"/>
          </a:xfrm>
          <a:prstGeom prst="downArrow">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94944" y="3931920"/>
            <a:ext cx="5394960" cy="1005840"/>
          </a:xfrm>
          <a:prstGeom prst="roundRect">
            <a:avLst>
              <a:gd name="adj" fmla="val 5000"/>
            </a:avLst>
          </a:prstGeom>
          <a:solidFill>
            <a:srgbClr val="0E5E5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lstStyle/>
          <a:p>
            <a:pPr algn="l">
              <a:spcBef>
                <a:spcPts val="0"/>
              </a:spcBef>
              <a:spcAft>
                <a:spcPts val="200"/>
              </a:spcAft>
            </a:pPr>
            <a:r>
              <a:rPr sz="1500" b="1" i="0">
                <a:solidFill>
                  <a:srgbClr val="FFFFFF"/>
                </a:solidFill>
                <a:latin typeface="Times New Roman"/>
                <a:cs typeface="Times New Roman"/>
              </a:rPr>
              <a:t>React 18 + Vite dashboard (port 5173)</a:t>
            </a:r>
          </a:p>
          <a:p>
            <a:pPr algn="l">
              <a:spcBef>
                <a:spcPts val="0"/>
              </a:spcBef>
              <a:spcAft>
                <a:spcPts val="0"/>
              </a:spcAft>
            </a:pPr>
            <a:r>
              <a:rPr sz="1350" b="0" i="0">
                <a:solidFill>
                  <a:srgbClr val="FFFFFF"/>
                </a:solidFill>
                <a:latin typeface="Times New Roman"/>
                <a:cs typeface="Times New Roman"/>
              </a:rPr>
              <a:t>Axios client with seven views for live, batch and analytical use</a:t>
            </a:r>
          </a:p>
        </p:txBody>
      </p:sp>
      <p:sp>
        <p:nvSpPr>
          <p:cNvPr id="15" name="Rounded Rectangle 14"/>
          <p:cNvSpPr/>
          <p:nvPr/>
        </p:nvSpPr>
        <p:spPr>
          <a:xfrm>
            <a:off x="694944" y="5349240"/>
            <a:ext cx="1280160" cy="365760"/>
          </a:xfrm>
          <a:prstGeom prst="roundRect">
            <a:avLst>
              <a:gd name="adj" fmla="val 50000"/>
            </a:avLst>
          </a:prstGeom>
          <a:solidFill>
            <a:srgbClr val="FFFFFF"/>
          </a:solidFill>
          <a:ln w="12700">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27432" tIns="54864" rIns="27432" bIns="54864" rtlCol="0" anchor="ctr"/>
          <a:lstStyle/>
          <a:p>
            <a:pPr algn="ctr">
              <a:spcBef>
                <a:spcPts val="0"/>
              </a:spcBef>
              <a:spcAft>
                <a:spcPts val="0"/>
              </a:spcAft>
            </a:pPr>
            <a:r>
              <a:rPr sz="1300" b="0" i="0">
                <a:solidFill>
                  <a:srgbClr val="222222"/>
                </a:solidFill>
                <a:latin typeface="Times New Roman"/>
                <a:cs typeface="Times New Roman"/>
              </a:rPr>
              <a:t>Overview</a:t>
            </a:r>
          </a:p>
        </p:txBody>
      </p:sp>
      <p:sp>
        <p:nvSpPr>
          <p:cNvPr id="16" name="Rounded Rectangle 15"/>
          <p:cNvSpPr/>
          <p:nvPr/>
        </p:nvSpPr>
        <p:spPr>
          <a:xfrm>
            <a:off x="2066543" y="5349240"/>
            <a:ext cx="1280160" cy="365760"/>
          </a:xfrm>
          <a:prstGeom prst="roundRect">
            <a:avLst>
              <a:gd name="adj" fmla="val 50000"/>
            </a:avLst>
          </a:prstGeom>
          <a:solidFill>
            <a:srgbClr val="FFFFFF"/>
          </a:solidFill>
          <a:ln w="12700">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27432" tIns="54864" rIns="27432" bIns="54864" rtlCol="0" anchor="ctr"/>
          <a:lstStyle/>
          <a:p>
            <a:pPr algn="ctr">
              <a:spcBef>
                <a:spcPts val="0"/>
              </a:spcBef>
              <a:spcAft>
                <a:spcPts val="0"/>
              </a:spcAft>
            </a:pPr>
            <a:r>
              <a:rPr sz="1300" b="0" i="0">
                <a:solidFill>
                  <a:srgbClr val="222222"/>
                </a:solidFill>
                <a:latin typeface="Times New Roman"/>
                <a:cs typeface="Times New Roman"/>
              </a:rPr>
              <a:t>Predictor</a:t>
            </a:r>
          </a:p>
        </p:txBody>
      </p:sp>
      <p:sp>
        <p:nvSpPr>
          <p:cNvPr id="17" name="Rounded Rectangle 16"/>
          <p:cNvSpPr/>
          <p:nvPr/>
        </p:nvSpPr>
        <p:spPr>
          <a:xfrm>
            <a:off x="3438144" y="5349240"/>
            <a:ext cx="1280160" cy="365760"/>
          </a:xfrm>
          <a:prstGeom prst="roundRect">
            <a:avLst>
              <a:gd name="adj" fmla="val 50000"/>
            </a:avLst>
          </a:prstGeom>
          <a:solidFill>
            <a:srgbClr val="FFFFFF"/>
          </a:solidFill>
          <a:ln w="12700">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27432" tIns="54864" rIns="27432" bIns="54864" rtlCol="0" anchor="ctr"/>
          <a:lstStyle/>
          <a:p>
            <a:pPr algn="ctr">
              <a:spcBef>
                <a:spcPts val="0"/>
              </a:spcBef>
              <a:spcAft>
                <a:spcPts val="0"/>
              </a:spcAft>
            </a:pPr>
            <a:r>
              <a:rPr sz="1300" b="0" i="0">
                <a:solidFill>
                  <a:srgbClr val="222222"/>
                </a:solidFill>
                <a:latin typeface="Times New Roman"/>
                <a:cs typeface="Times New Roman"/>
              </a:rPr>
              <a:t>Batch Upload</a:t>
            </a:r>
          </a:p>
        </p:txBody>
      </p:sp>
      <p:sp>
        <p:nvSpPr>
          <p:cNvPr id="18" name="Rounded Rectangle 17"/>
          <p:cNvSpPr/>
          <p:nvPr/>
        </p:nvSpPr>
        <p:spPr>
          <a:xfrm>
            <a:off x="4809744" y="5349240"/>
            <a:ext cx="1280160" cy="365760"/>
          </a:xfrm>
          <a:prstGeom prst="roundRect">
            <a:avLst>
              <a:gd name="adj" fmla="val 50000"/>
            </a:avLst>
          </a:prstGeom>
          <a:solidFill>
            <a:srgbClr val="FFFFFF"/>
          </a:solidFill>
          <a:ln w="12700">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27432" tIns="54864" rIns="27432" bIns="54864" rtlCol="0" anchor="ctr"/>
          <a:lstStyle/>
          <a:p>
            <a:pPr algn="ctr">
              <a:spcBef>
                <a:spcPts val="0"/>
              </a:spcBef>
              <a:spcAft>
                <a:spcPts val="0"/>
              </a:spcAft>
            </a:pPr>
            <a:r>
              <a:rPr sz="1300" b="0" i="0">
                <a:solidFill>
                  <a:srgbClr val="222222"/>
                </a:solidFill>
                <a:latin typeface="Times New Roman"/>
                <a:cs typeface="Times New Roman"/>
              </a:rPr>
              <a:t>Analytics</a:t>
            </a:r>
          </a:p>
        </p:txBody>
      </p:sp>
      <p:sp>
        <p:nvSpPr>
          <p:cNvPr id="19" name="Rounded Rectangle 18"/>
          <p:cNvSpPr/>
          <p:nvPr/>
        </p:nvSpPr>
        <p:spPr>
          <a:xfrm>
            <a:off x="694944" y="5806440"/>
            <a:ext cx="1280160" cy="365760"/>
          </a:xfrm>
          <a:prstGeom prst="roundRect">
            <a:avLst>
              <a:gd name="adj" fmla="val 50000"/>
            </a:avLst>
          </a:prstGeom>
          <a:solidFill>
            <a:srgbClr val="FFFFFF"/>
          </a:solidFill>
          <a:ln w="12700">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27432" tIns="54864" rIns="27432" bIns="54864" rtlCol="0" anchor="ctr"/>
          <a:lstStyle/>
          <a:p>
            <a:pPr algn="ctr">
              <a:spcBef>
                <a:spcPts val="0"/>
              </a:spcBef>
              <a:spcAft>
                <a:spcPts val="0"/>
              </a:spcAft>
            </a:pPr>
            <a:r>
              <a:rPr sz="1300" b="0" i="0">
                <a:solidFill>
                  <a:srgbClr val="222222"/>
                </a:solidFill>
                <a:latin typeface="Times New Roman"/>
                <a:cs typeface="Times New Roman"/>
              </a:rPr>
              <a:t>Reviews</a:t>
            </a:r>
          </a:p>
        </p:txBody>
      </p:sp>
      <p:sp>
        <p:nvSpPr>
          <p:cNvPr id="20" name="Rounded Rectangle 19"/>
          <p:cNvSpPr/>
          <p:nvPr/>
        </p:nvSpPr>
        <p:spPr>
          <a:xfrm>
            <a:off x="2066543" y="5806440"/>
            <a:ext cx="1280160" cy="365760"/>
          </a:xfrm>
          <a:prstGeom prst="roundRect">
            <a:avLst>
              <a:gd name="adj" fmla="val 50000"/>
            </a:avLst>
          </a:prstGeom>
          <a:solidFill>
            <a:srgbClr val="FFFFFF"/>
          </a:solidFill>
          <a:ln w="12700">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27432" tIns="54864" rIns="27432" bIns="54864" rtlCol="0" anchor="ctr"/>
          <a:lstStyle/>
          <a:p>
            <a:pPr algn="ctr">
              <a:spcBef>
                <a:spcPts val="0"/>
              </a:spcBef>
              <a:spcAft>
                <a:spcPts val="0"/>
              </a:spcAft>
            </a:pPr>
            <a:r>
              <a:rPr sz="1300" b="0" i="0">
                <a:solidFill>
                  <a:srgbClr val="222222"/>
                </a:solidFill>
                <a:latin typeface="Times New Roman"/>
                <a:cs typeface="Times New Roman"/>
              </a:rPr>
              <a:t>Models</a:t>
            </a:r>
          </a:p>
        </p:txBody>
      </p:sp>
      <p:sp>
        <p:nvSpPr>
          <p:cNvPr id="21" name="Rounded Rectangle 20"/>
          <p:cNvSpPr/>
          <p:nvPr/>
        </p:nvSpPr>
        <p:spPr>
          <a:xfrm>
            <a:off x="3438144" y="5806440"/>
            <a:ext cx="1280160" cy="365760"/>
          </a:xfrm>
          <a:prstGeom prst="roundRect">
            <a:avLst>
              <a:gd name="adj" fmla="val 50000"/>
            </a:avLst>
          </a:prstGeom>
          <a:solidFill>
            <a:srgbClr val="FFFFFF"/>
          </a:solidFill>
          <a:ln w="12700">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27432" tIns="54864" rIns="27432" bIns="54864" rtlCol="0" anchor="ctr"/>
          <a:lstStyle/>
          <a:p>
            <a:pPr algn="ctr">
              <a:spcBef>
                <a:spcPts val="0"/>
              </a:spcBef>
              <a:spcAft>
                <a:spcPts val="0"/>
              </a:spcAft>
            </a:pPr>
            <a:r>
              <a:rPr sz="1300" b="0" i="0">
                <a:solidFill>
                  <a:srgbClr val="222222"/>
                </a:solidFill>
                <a:latin typeface="Times New Roman"/>
                <a:cs typeface="Times New Roman"/>
              </a:rPr>
              <a:t>Reports</a:t>
            </a:r>
          </a:p>
        </p:txBody>
      </p:sp>
      <p:sp>
        <p:nvSpPr>
          <p:cNvPr id="22" name="TextBox 21"/>
          <p:cNvSpPr txBox="1"/>
          <p:nvPr/>
        </p:nvSpPr>
        <p:spPr>
          <a:xfrm>
            <a:off x="6400800" y="1325880"/>
            <a:ext cx="5029200" cy="365760"/>
          </a:xfrm>
          <a:prstGeom prst="rect">
            <a:avLst/>
          </a:prstGeom>
          <a:noFill/>
        </p:spPr>
        <p:txBody>
          <a:bodyPr wrap="square" lIns="45720" tIns="27432" rIns="45720" bIns="27432" anchor="t">
            <a:spAutoFit/>
          </a:bodyPr>
          <a:lstStyle/>
          <a:p>
            <a:pPr algn="l">
              <a:spcBef>
                <a:spcPts val="0"/>
              </a:spcBef>
              <a:spcAft>
                <a:spcPts val="400"/>
              </a:spcAft>
            </a:pPr>
            <a:r>
              <a:rPr sz="1700" b="1" i="0">
                <a:solidFill>
                  <a:srgbClr val="0E5E5A"/>
                </a:solidFill>
                <a:latin typeface="Times New Roman"/>
                <a:cs typeface="Times New Roman"/>
              </a:rPr>
              <a:t>Technologies and tools</a:t>
            </a:r>
          </a:p>
        </p:txBody>
      </p:sp>
      <p:graphicFrame>
        <p:nvGraphicFramePr>
          <p:cNvPr id="23" name="Table 22"/>
          <p:cNvGraphicFramePr>
            <a:graphicFrameLocks noGrp="1"/>
          </p:cNvGraphicFramePr>
          <p:nvPr/>
        </p:nvGraphicFramePr>
        <p:xfrm>
          <a:off x="6400800" y="1737360"/>
          <a:ext cx="5093208" cy="3145536"/>
        </p:xfrm>
        <a:graphic>
          <a:graphicData uri="http://schemas.openxmlformats.org/drawingml/2006/table">
            <a:tbl>
              <a:tblPr firstRow="1">
                <a:tableStyleId>{5C22544A-7EE6-4342-B048-85BDC9FD1C3A}</a:tableStyleId>
              </a:tblPr>
              <a:tblGrid>
                <a:gridCol w="1828800"/>
                <a:gridCol w="3264408"/>
              </a:tblGrid>
              <a:tr h="393192">
                <a:tc>
                  <a:txBody>
                    <a:bodyPr/>
                    <a:lstStyle/>
                    <a:p>
                      <a:r>
                        <a:rPr sz="1350" b="1" i="0">
                          <a:solidFill>
                            <a:srgbClr val="FFFFFF"/>
                          </a:solidFill>
                          <a:latin typeface="Times New Roman"/>
                          <a:cs typeface="Times New Roman"/>
                        </a:rPr>
                        <a:t>Component</a:t>
                      </a:r>
                    </a:p>
                  </a:txBody>
                  <a:tcPr marL="73152" marR="73152" marT="27432" marB="27432" anchor="ctr">
                    <a:solidFill>
                      <a:srgbClr val="0E5E5A"/>
                    </a:solidFill>
                  </a:tcPr>
                </a:tc>
                <a:tc>
                  <a:txBody>
                    <a:bodyPr/>
                    <a:lstStyle/>
                    <a:p>
                      <a:r>
                        <a:rPr sz="1350" b="1" i="0">
                          <a:solidFill>
                            <a:srgbClr val="FFFFFF"/>
                          </a:solidFill>
                          <a:latin typeface="Times New Roman"/>
                          <a:cs typeface="Times New Roman"/>
                        </a:rPr>
                        <a:t>Tools</a:t>
                      </a:r>
                    </a:p>
                  </a:txBody>
                  <a:tcPr marL="73152" marR="73152" marT="27432" marB="27432" anchor="ctr">
                    <a:solidFill>
                      <a:srgbClr val="0E5E5A"/>
                    </a:solidFill>
                  </a:tcPr>
                </a:tc>
              </a:tr>
              <a:tr h="393192">
                <a:tc>
                  <a:txBody>
                    <a:bodyPr/>
                    <a:lstStyle/>
                    <a:p>
                      <a:r>
                        <a:rPr sz="1350" b="0" i="0">
                          <a:solidFill>
                            <a:srgbClr val="222222"/>
                          </a:solidFill>
                          <a:latin typeface="Times New Roman"/>
                          <a:cs typeface="Times New Roman"/>
                        </a:rPr>
                        <a:t>Language and data</a:t>
                      </a:r>
                    </a:p>
                  </a:txBody>
                  <a:tcPr marL="73152" marR="73152" marT="27432" marB="27432" anchor="ctr">
                    <a:solidFill>
                      <a:srgbClr val="FFFFFF"/>
                    </a:solidFill>
                  </a:tcPr>
                </a:tc>
                <a:tc>
                  <a:txBody>
                    <a:bodyPr/>
                    <a:lstStyle/>
                    <a:p>
                      <a:r>
                        <a:rPr sz="1350" b="0" i="0">
                          <a:solidFill>
                            <a:srgbClr val="222222"/>
                          </a:solidFill>
                          <a:latin typeface="Times New Roman"/>
                          <a:cs typeface="Times New Roman"/>
                        </a:rPr>
                        <a:t>Python, pandas, NumPy</a:t>
                      </a:r>
                    </a:p>
                  </a:txBody>
                  <a:tcPr marL="73152" marR="73152" marT="27432" marB="27432" anchor="ctr">
                    <a:solidFill>
                      <a:srgbClr val="FFFFFF"/>
                    </a:solidFill>
                  </a:tcPr>
                </a:tc>
              </a:tr>
              <a:tr h="393192">
                <a:tc>
                  <a:txBody>
                    <a:bodyPr/>
                    <a:lstStyle/>
                    <a:p>
                      <a:r>
                        <a:rPr sz="1350" b="0" i="0">
                          <a:solidFill>
                            <a:srgbClr val="222222"/>
                          </a:solidFill>
                          <a:latin typeface="Times New Roman"/>
                          <a:cs typeface="Times New Roman"/>
                        </a:rPr>
                        <a:t>Classical ML</a:t>
                      </a:r>
                    </a:p>
                  </a:txBody>
                  <a:tcPr marL="73152" marR="73152" marT="27432" marB="27432" anchor="ctr">
                    <a:solidFill>
                      <a:srgbClr val="F3FAF9"/>
                    </a:solidFill>
                  </a:tcPr>
                </a:tc>
                <a:tc>
                  <a:txBody>
                    <a:bodyPr/>
                    <a:lstStyle/>
                    <a:p>
                      <a:r>
                        <a:rPr sz="1350" b="0" i="0">
                          <a:solidFill>
                            <a:srgbClr val="222222"/>
                          </a:solidFill>
                          <a:latin typeface="Times New Roman"/>
                          <a:cs typeface="Times New Roman"/>
                        </a:rPr>
                        <a:t>scikit-learn [12]</a:t>
                      </a:r>
                    </a:p>
                  </a:txBody>
                  <a:tcPr marL="73152" marR="73152" marT="27432" marB="27432" anchor="ctr">
                    <a:solidFill>
                      <a:srgbClr val="F3FAF9"/>
                    </a:solidFill>
                  </a:tcPr>
                </a:tc>
              </a:tr>
              <a:tr h="393192">
                <a:tc>
                  <a:txBody>
                    <a:bodyPr/>
                    <a:lstStyle/>
                    <a:p>
                      <a:r>
                        <a:rPr sz="1350" b="0" i="0">
                          <a:solidFill>
                            <a:srgbClr val="222222"/>
                          </a:solidFill>
                          <a:latin typeface="Times New Roman"/>
                          <a:cs typeface="Times New Roman"/>
                        </a:rPr>
                        <a:t>Transformer</a:t>
                      </a:r>
                    </a:p>
                  </a:txBody>
                  <a:tcPr marL="73152" marR="73152" marT="27432" marB="27432" anchor="ctr">
                    <a:solidFill>
                      <a:srgbClr val="FFFFFF"/>
                    </a:solidFill>
                  </a:tcPr>
                </a:tc>
                <a:tc>
                  <a:txBody>
                    <a:bodyPr/>
                    <a:lstStyle/>
                    <a:p>
                      <a:r>
                        <a:rPr sz="1350" b="0" i="0">
                          <a:solidFill>
                            <a:srgbClr val="222222"/>
                          </a:solidFill>
                          <a:latin typeface="Times New Roman"/>
                          <a:cs typeface="Times New Roman"/>
                        </a:rPr>
                        <a:t>PyTorch, Hugging Face Transformers [13]</a:t>
                      </a:r>
                    </a:p>
                  </a:txBody>
                  <a:tcPr marL="73152" marR="73152" marT="27432" marB="27432" anchor="ctr">
                    <a:solidFill>
                      <a:srgbClr val="FFFFFF"/>
                    </a:solidFill>
                  </a:tcPr>
                </a:tc>
              </a:tr>
              <a:tr h="393192">
                <a:tc>
                  <a:txBody>
                    <a:bodyPr/>
                    <a:lstStyle/>
                    <a:p>
                      <a:r>
                        <a:rPr sz="1350" b="0" i="0">
                          <a:solidFill>
                            <a:srgbClr val="222222"/>
                          </a:solidFill>
                          <a:latin typeface="Times New Roman"/>
                          <a:cs typeface="Times New Roman"/>
                        </a:rPr>
                        <a:t>Lexicon baseline</a:t>
                      </a:r>
                    </a:p>
                  </a:txBody>
                  <a:tcPr marL="73152" marR="73152" marT="27432" marB="27432" anchor="ctr">
                    <a:solidFill>
                      <a:srgbClr val="F3FAF9"/>
                    </a:solidFill>
                  </a:tcPr>
                </a:tc>
                <a:tc>
                  <a:txBody>
                    <a:bodyPr/>
                    <a:lstStyle/>
                    <a:p>
                      <a:r>
                        <a:rPr sz="1350" b="0" i="0">
                          <a:solidFill>
                            <a:srgbClr val="222222"/>
                          </a:solidFill>
                          <a:latin typeface="Times New Roman"/>
                          <a:cs typeface="Times New Roman"/>
                        </a:rPr>
                        <a:t>VADER [3]</a:t>
                      </a:r>
                    </a:p>
                  </a:txBody>
                  <a:tcPr marL="73152" marR="73152" marT="27432" marB="27432" anchor="ctr">
                    <a:solidFill>
                      <a:srgbClr val="F3FAF9"/>
                    </a:solidFill>
                  </a:tcPr>
                </a:tc>
              </a:tr>
              <a:tr h="393192">
                <a:tc>
                  <a:txBody>
                    <a:bodyPr/>
                    <a:lstStyle/>
                    <a:p>
                      <a:r>
                        <a:rPr sz="1350" b="0" i="0">
                          <a:solidFill>
                            <a:srgbClr val="222222"/>
                          </a:solidFill>
                          <a:latin typeface="Times New Roman"/>
                          <a:cs typeface="Times New Roman"/>
                        </a:rPr>
                        <a:t>Visualisation</a:t>
                      </a:r>
                    </a:p>
                  </a:txBody>
                  <a:tcPr marL="73152" marR="73152" marT="27432" marB="27432" anchor="ctr">
                    <a:solidFill>
                      <a:srgbClr val="FFFFFF"/>
                    </a:solidFill>
                  </a:tcPr>
                </a:tc>
                <a:tc>
                  <a:txBody>
                    <a:bodyPr/>
                    <a:lstStyle/>
                    <a:p>
                      <a:r>
                        <a:rPr sz="1350" b="0" i="0">
                          <a:solidFill>
                            <a:srgbClr val="222222"/>
                          </a:solidFill>
                          <a:latin typeface="Times New Roman"/>
                          <a:cs typeface="Times New Roman"/>
                        </a:rPr>
                        <a:t>Matplotlib, Seaborn, word clouds</a:t>
                      </a:r>
                    </a:p>
                  </a:txBody>
                  <a:tcPr marL="73152" marR="73152" marT="27432" marB="27432" anchor="ctr">
                    <a:solidFill>
                      <a:srgbClr val="FFFFFF"/>
                    </a:solidFill>
                  </a:tcPr>
                </a:tc>
              </a:tr>
              <a:tr h="393192">
                <a:tc>
                  <a:txBody>
                    <a:bodyPr/>
                    <a:lstStyle/>
                    <a:p>
                      <a:r>
                        <a:rPr sz="1350" b="0" i="0">
                          <a:solidFill>
                            <a:srgbClr val="222222"/>
                          </a:solidFill>
                          <a:latin typeface="Times New Roman"/>
                          <a:cs typeface="Times New Roman"/>
                        </a:rPr>
                        <a:t>Backend</a:t>
                      </a:r>
                    </a:p>
                  </a:txBody>
                  <a:tcPr marL="73152" marR="73152" marT="27432" marB="27432" anchor="ctr">
                    <a:solidFill>
                      <a:srgbClr val="F3FAF9"/>
                    </a:solidFill>
                  </a:tcPr>
                </a:tc>
                <a:tc>
                  <a:txBody>
                    <a:bodyPr/>
                    <a:lstStyle/>
                    <a:p>
                      <a:r>
                        <a:rPr sz="1350" b="0" i="0">
                          <a:solidFill>
                            <a:srgbClr val="222222"/>
                          </a:solidFill>
                          <a:latin typeface="Times New Roman"/>
                          <a:cs typeface="Times New Roman"/>
                        </a:rPr>
                        <a:t>FastAPI [19]</a:t>
                      </a:r>
                    </a:p>
                  </a:txBody>
                  <a:tcPr marL="73152" marR="73152" marT="27432" marB="27432" anchor="ctr">
                    <a:solidFill>
                      <a:srgbClr val="F3FAF9"/>
                    </a:solidFill>
                  </a:tcPr>
                </a:tc>
              </a:tr>
              <a:tr h="393192">
                <a:tc>
                  <a:txBody>
                    <a:bodyPr/>
                    <a:lstStyle/>
                    <a:p>
                      <a:r>
                        <a:rPr sz="1350" b="0" i="0">
                          <a:solidFill>
                            <a:srgbClr val="222222"/>
                          </a:solidFill>
                          <a:latin typeface="Times New Roman"/>
                          <a:cs typeface="Times New Roman"/>
                        </a:rPr>
                        <a:t>Frontend</a:t>
                      </a:r>
                    </a:p>
                  </a:txBody>
                  <a:tcPr marL="73152" marR="73152" marT="27432" marB="27432" anchor="ctr">
                    <a:solidFill>
                      <a:srgbClr val="FFFFFF"/>
                    </a:solidFill>
                  </a:tcPr>
                </a:tc>
                <a:tc>
                  <a:txBody>
                    <a:bodyPr/>
                    <a:lstStyle/>
                    <a:p>
                      <a:r>
                        <a:rPr sz="1350" b="0" i="0">
                          <a:solidFill>
                            <a:srgbClr val="222222"/>
                          </a:solidFill>
                          <a:latin typeface="Times New Roman"/>
                          <a:cs typeface="Times New Roman"/>
                        </a:rPr>
                        <a:t>React 18 [20], Vite, Axios</a:t>
                      </a:r>
                    </a:p>
                  </a:txBody>
                  <a:tcPr marL="73152" marR="73152" marT="27432" marB="27432" anchor="ctr">
                    <a:solidFill>
                      <a:srgbClr val="FFFFFF"/>
                    </a:solidFill>
                  </a:tcPr>
                </a:tc>
              </a:tr>
            </a:tbl>
          </a:graphicData>
        </a:graphic>
      </p:graphicFrame>
      <p:sp>
        <p:nvSpPr>
          <p:cNvPr id="24" name="Rounded Rectangle 23"/>
          <p:cNvSpPr/>
          <p:nvPr/>
        </p:nvSpPr>
        <p:spPr>
          <a:xfrm>
            <a:off x="6400800" y="5074920"/>
            <a:ext cx="4389120" cy="100584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lstStyle/>
          <a:p>
            <a:pPr algn="l">
              <a:spcBef>
                <a:spcPts val="0"/>
              </a:spcBef>
              <a:spcAft>
                <a:spcPts val="0"/>
              </a:spcAft>
            </a:pPr>
            <a:r>
              <a:rPr sz="1350" b="1" i="0">
                <a:solidFill>
                  <a:srgbClr val="222222"/>
                </a:solidFill>
                <a:latin typeface="Times New Roman"/>
                <a:cs typeface="Times New Roman"/>
              </a:rPr>
              <a:t>Requirements: </a:t>
            </a:r>
            <a:r>
              <a:rPr sz="1350" b="0" i="0">
                <a:solidFill>
                  <a:srgbClr val="222222"/>
                </a:solidFill>
                <a:latin typeface="Times New Roman"/>
                <a:cs typeface="Times New Roman"/>
              </a:rPr>
              <a:t>Python environment (requirements.txt) and npm for the UI. Inference tested on CPU only.</a:t>
            </a:r>
          </a:p>
        </p:txBody>
      </p:sp>
    </p:spTree>
    <p:custDataLst>
      <p:tags r:id="rId1"/>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vert="horz" wrap="square" lIns="0" tIns="0" rIns="0" bIns="0" rtlCol="0" anchor="b">
            <a:normAutofit/>
          </a:bodyPr>
          <a:lstStyle>
            <a:lvl1pPr>
              <a:defRPr>
                <a:latin typeface="+mj-lt"/>
                <a:sym typeface="+mj-ea"/>
              </a:defRPr>
            </a:lvl1pPr>
          </a:lstStyle>
          <a:p>
            <a:pPr lvl="0" algn="l">
              <a:buClrTx/>
              <a:buSzTx/>
              <a:buFontTx/>
            </a:pPr>
            <a:r>
              <a:rPr lang="en-US" dirty="0">
                <a:latin typeface="Times New Roman" panose="02020603050405020304" charset="0"/>
                <a:ea typeface="+mj-ea"/>
                <a:cs typeface="Times New Roman" panose="02020603050405020304" charset="0"/>
                <a:sym typeface="+mn-ea"/>
              </a:rPr>
              <a:t>RESULTS: MODEL COMPARISON</a:t>
            </a:r>
          </a:p>
        </p:txBody>
      </p:sp>
      <p:sp>
        <p:nvSpPr>
          <p:cNvPr id="9" name="Slide Number Placeholder 8"/>
          <p:cNvSpPr>
            <a:spLocks noGrp="1"/>
          </p:cNvSpPr>
          <p:nvPr>
            <p:ph type="sldNum" sz="quarter" idx="12"/>
          </p:nvPr>
        </p:nvSpPr>
        <p:spPr>
          <a:xfrm>
            <a:off x="8752713" y="6356350"/>
            <a:ext cx="2743200" cy="365125"/>
          </a:xfrm>
        </p:spPr>
        <p:txBody>
          <a:bodyPr/>
          <a:lstStyle/>
          <a:p>
            <a:fld id="{BE5F26B5-172A-4DC2-B0B7-181CFC56B87C}" type="slidenum">
              <a:rPr lang="en-US" smtClean="0">
                <a:latin typeface="Times New Roman" panose="02020603050405020304" charset="0"/>
                <a:cs typeface="Times New Roman" panose="02020603050405020304" charset="0"/>
              </a:rPr>
              <a:t>11</a:t>
            </a:fld>
            <a:endParaRPr lang="en-US" smtClean="0">
              <a:latin typeface="Times New Roman" panose="02020603050405020304" charset="0"/>
              <a:cs typeface="Times New Roman" panose="02020603050405020304" charset="0"/>
            </a:endParaRPr>
          </a:p>
        </p:txBody>
      </p:sp>
      <p:pic>
        <p:nvPicPr>
          <p:cNvPr id="10" name="Picture 9" descr="image9.png"/>
          <p:cNvPicPr>
            <a:picLocks noChangeAspect="1"/>
          </p:cNvPicPr>
          <p:nvPr/>
        </p:nvPicPr>
        <p:blipFill>
          <a:blip r:embed="rId5"/>
          <a:stretch>
            <a:fillRect/>
          </a:stretch>
        </p:blipFill>
        <p:spPr>
          <a:xfrm>
            <a:off x="694944" y="1371600"/>
            <a:ext cx="6309360" cy="2831325"/>
          </a:xfrm>
          <a:prstGeom prst="rect">
            <a:avLst/>
          </a:prstGeom>
          <a:ln w="9525">
            <a:solidFill>
              <a:srgbClr val="D5D5D5"/>
            </a:solidFill>
          </a:ln>
        </p:spPr>
      </p:pic>
      <p:sp>
        <p:nvSpPr>
          <p:cNvPr id="11" name="Rounded Rectangle 10"/>
          <p:cNvSpPr/>
          <p:nvPr/>
        </p:nvSpPr>
        <p:spPr>
          <a:xfrm>
            <a:off x="694944" y="4526280"/>
            <a:ext cx="1965960" cy="10972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spcBef>
                <a:spcPts val="0"/>
              </a:spcBef>
              <a:spcAft>
                <a:spcPts val="0"/>
              </a:spcAft>
            </a:pPr>
            <a:r>
              <a:rPr sz="3000" b="1" i="0">
                <a:solidFill>
                  <a:srgbClr val="0E5E5A"/>
                </a:solidFill>
                <a:latin typeface="Times New Roman"/>
                <a:cs typeface="Times New Roman"/>
              </a:rPr>
              <a:t>0.9093</a:t>
            </a:r>
          </a:p>
          <a:p>
            <a:pPr algn="ctr">
              <a:spcBef>
                <a:spcPts val="0"/>
              </a:spcBef>
              <a:spcAft>
                <a:spcPts val="0"/>
              </a:spcAft>
            </a:pPr>
            <a:r>
              <a:rPr sz="1200" b="0" i="0">
                <a:solidFill>
                  <a:srgbClr val="5A5A5A"/>
                </a:solidFill>
                <a:latin typeface="Times New Roman"/>
                <a:cs typeface="Times New Roman"/>
              </a:rPr>
              <a:t>DistilBERT accuracy</a:t>
            </a:r>
          </a:p>
        </p:txBody>
      </p:sp>
      <p:sp>
        <p:nvSpPr>
          <p:cNvPr id="12" name="Rounded Rectangle 11"/>
          <p:cNvSpPr/>
          <p:nvPr/>
        </p:nvSpPr>
        <p:spPr>
          <a:xfrm>
            <a:off x="2866644" y="4526280"/>
            <a:ext cx="1965960" cy="10972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spcBef>
                <a:spcPts val="0"/>
              </a:spcBef>
              <a:spcAft>
                <a:spcPts val="0"/>
              </a:spcAft>
            </a:pPr>
            <a:r>
              <a:rPr sz="3000" b="1" i="0">
                <a:solidFill>
                  <a:srgbClr val="0E5E5A"/>
                </a:solidFill>
                <a:latin typeface="Times New Roman"/>
                <a:cs typeface="Times New Roman"/>
              </a:rPr>
              <a:t>0.8906</a:t>
            </a:r>
          </a:p>
          <a:p>
            <a:pPr algn="ctr">
              <a:spcBef>
                <a:spcPts val="0"/>
              </a:spcBef>
              <a:spcAft>
                <a:spcPts val="0"/>
              </a:spcAft>
            </a:pPr>
            <a:r>
              <a:rPr sz="1200" b="0" i="0">
                <a:solidFill>
                  <a:srgbClr val="5A5A5A"/>
                </a:solidFill>
                <a:latin typeface="Times New Roman"/>
                <a:cs typeface="Times New Roman"/>
              </a:rPr>
              <a:t>DistilBERT macro-F1</a:t>
            </a:r>
          </a:p>
        </p:txBody>
      </p:sp>
      <p:sp>
        <p:nvSpPr>
          <p:cNvPr id="13" name="Rounded Rectangle 12"/>
          <p:cNvSpPr/>
          <p:nvPr/>
        </p:nvSpPr>
        <p:spPr>
          <a:xfrm>
            <a:off x="5038344" y="4526280"/>
            <a:ext cx="1965960" cy="10972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spcBef>
                <a:spcPts val="0"/>
              </a:spcBef>
              <a:spcAft>
                <a:spcPts val="0"/>
              </a:spcAft>
            </a:pPr>
            <a:r>
              <a:rPr sz="3000" b="1" i="0">
                <a:solidFill>
                  <a:srgbClr val="0E5E5A"/>
                </a:solidFill>
                <a:latin typeface="Times New Roman"/>
                <a:cs typeface="Times New Roman"/>
              </a:rPr>
              <a:t>0.8139</a:t>
            </a:r>
          </a:p>
          <a:p>
            <a:pPr algn="ctr">
              <a:spcBef>
                <a:spcPts val="0"/>
              </a:spcBef>
              <a:spcAft>
                <a:spcPts val="0"/>
              </a:spcAft>
            </a:pPr>
            <a:r>
              <a:rPr sz="1200" b="0" i="0">
                <a:solidFill>
                  <a:srgbClr val="5A5A5A"/>
                </a:solidFill>
                <a:latin typeface="Times New Roman"/>
                <a:cs typeface="Times New Roman"/>
              </a:rPr>
              <a:t>DistilBERT Neutral F1</a:t>
            </a:r>
          </a:p>
        </p:txBody>
      </p:sp>
      <p:graphicFrame>
        <p:nvGraphicFramePr>
          <p:cNvPr id="14" name="Table 13"/>
          <p:cNvGraphicFramePr>
            <a:graphicFrameLocks noGrp="1"/>
          </p:cNvGraphicFramePr>
          <p:nvPr/>
        </p:nvGraphicFramePr>
        <p:xfrm>
          <a:off x="7269480" y="1371600"/>
          <a:ext cx="4251960" cy="3803904"/>
        </p:xfrm>
        <a:graphic>
          <a:graphicData uri="http://schemas.openxmlformats.org/drawingml/2006/table">
            <a:tbl>
              <a:tblPr firstRow="1">
                <a:tableStyleId>{5C22544A-7EE6-4342-B048-85BDC9FD1C3A}</a:tableStyleId>
              </a:tblPr>
              <a:tblGrid>
                <a:gridCol w="1371600"/>
                <a:gridCol w="914400"/>
                <a:gridCol w="960120"/>
                <a:gridCol w="1005840"/>
              </a:tblGrid>
              <a:tr h="475488">
                <a:tc>
                  <a:txBody>
                    <a:bodyPr/>
                    <a:lstStyle/>
                    <a:p>
                      <a:r>
                        <a:rPr sz="1300" b="1" i="0">
                          <a:solidFill>
                            <a:srgbClr val="FFFFFF"/>
                          </a:solidFill>
                          <a:latin typeface="Times New Roman"/>
                          <a:cs typeface="Times New Roman"/>
                        </a:rPr>
                        <a:t>Model</a:t>
                      </a:r>
                    </a:p>
                  </a:txBody>
                  <a:tcPr marL="73152" marR="73152" marT="27432" marB="27432" anchor="ctr">
                    <a:solidFill>
                      <a:srgbClr val="0E5E5A"/>
                    </a:solidFill>
                  </a:tcPr>
                </a:tc>
                <a:tc>
                  <a:txBody>
                    <a:bodyPr/>
                    <a:lstStyle/>
                    <a:p>
                      <a:pPr algn="ctr"/>
                      <a:r>
                        <a:rPr sz="1300" b="1" i="0">
                          <a:solidFill>
                            <a:srgbClr val="FFFFFF"/>
                          </a:solidFill>
                          <a:latin typeface="Times New Roman"/>
                          <a:cs typeface="Times New Roman"/>
                        </a:rPr>
                        <a:t>Accuracy</a:t>
                      </a:r>
                    </a:p>
                  </a:txBody>
                  <a:tcPr marL="73152" marR="73152" marT="27432" marB="27432" anchor="ctr">
                    <a:solidFill>
                      <a:srgbClr val="0E5E5A"/>
                    </a:solidFill>
                  </a:tcPr>
                </a:tc>
                <a:tc>
                  <a:txBody>
                    <a:bodyPr/>
                    <a:lstStyle/>
                    <a:p>
                      <a:pPr algn="ctr"/>
                      <a:r>
                        <a:rPr sz="1300" b="1" i="0">
                          <a:solidFill>
                            <a:srgbClr val="FFFFFF"/>
                          </a:solidFill>
                          <a:latin typeface="Times New Roman"/>
                          <a:cs typeface="Times New Roman"/>
                        </a:rPr>
                        <a:t>Macro-F1</a:t>
                      </a:r>
                    </a:p>
                  </a:txBody>
                  <a:tcPr marL="73152" marR="73152" marT="27432" marB="27432" anchor="ctr">
                    <a:solidFill>
                      <a:srgbClr val="0E5E5A"/>
                    </a:solidFill>
                  </a:tcPr>
                </a:tc>
                <a:tc>
                  <a:txBody>
                    <a:bodyPr/>
                    <a:lstStyle/>
                    <a:p>
                      <a:pPr algn="ctr"/>
                      <a:r>
                        <a:rPr sz="1300" b="1" i="0">
                          <a:solidFill>
                            <a:srgbClr val="FFFFFF"/>
                          </a:solidFill>
                          <a:latin typeface="Times New Roman"/>
                          <a:cs typeface="Times New Roman"/>
                        </a:rPr>
                        <a:t>Neutral F1</a:t>
                      </a:r>
                    </a:p>
                  </a:txBody>
                  <a:tcPr marL="73152" marR="73152" marT="27432" marB="27432" anchor="ctr">
                    <a:solidFill>
                      <a:srgbClr val="0E5E5A"/>
                    </a:solidFill>
                  </a:tcPr>
                </a:tc>
              </a:tr>
              <a:tr h="475488">
                <a:tc>
                  <a:txBody>
                    <a:bodyPr/>
                    <a:lstStyle/>
                    <a:p>
                      <a:r>
                        <a:rPr sz="1300" b="1" i="0">
                          <a:solidFill>
                            <a:srgbClr val="222222"/>
                          </a:solidFill>
                          <a:latin typeface="Times New Roman"/>
                          <a:cs typeface="Times New Roman"/>
                        </a:rPr>
                        <a:t>DistilBERT</a:t>
                      </a:r>
                    </a:p>
                  </a:txBody>
                  <a:tcPr marL="73152" marR="73152" marT="27432" marB="27432" anchor="ctr">
                    <a:solidFill>
                      <a:srgbClr val="CDEBE7"/>
                    </a:solidFill>
                  </a:tcPr>
                </a:tc>
                <a:tc>
                  <a:txBody>
                    <a:bodyPr/>
                    <a:lstStyle/>
                    <a:p>
                      <a:pPr algn="ctr"/>
                      <a:r>
                        <a:rPr sz="1300" b="1" i="0">
                          <a:solidFill>
                            <a:srgbClr val="222222"/>
                          </a:solidFill>
                          <a:latin typeface="Times New Roman"/>
                          <a:cs typeface="Times New Roman"/>
                        </a:rPr>
                        <a:t>0.9093</a:t>
                      </a:r>
                    </a:p>
                  </a:txBody>
                  <a:tcPr marL="73152" marR="73152" marT="27432" marB="27432" anchor="ctr">
                    <a:solidFill>
                      <a:srgbClr val="CDEBE7"/>
                    </a:solidFill>
                  </a:tcPr>
                </a:tc>
                <a:tc>
                  <a:txBody>
                    <a:bodyPr/>
                    <a:lstStyle/>
                    <a:p>
                      <a:pPr algn="ctr"/>
                      <a:r>
                        <a:rPr sz="1300" b="1" i="0">
                          <a:solidFill>
                            <a:srgbClr val="222222"/>
                          </a:solidFill>
                          <a:latin typeface="Times New Roman"/>
                          <a:cs typeface="Times New Roman"/>
                        </a:rPr>
                        <a:t>0.8906</a:t>
                      </a:r>
                    </a:p>
                  </a:txBody>
                  <a:tcPr marL="73152" marR="73152" marT="27432" marB="27432" anchor="ctr">
                    <a:solidFill>
                      <a:srgbClr val="CDEBE7"/>
                    </a:solidFill>
                  </a:tcPr>
                </a:tc>
                <a:tc>
                  <a:txBody>
                    <a:bodyPr/>
                    <a:lstStyle/>
                    <a:p>
                      <a:pPr algn="ctr"/>
                      <a:r>
                        <a:rPr sz="1300" b="1" i="0">
                          <a:solidFill>
                            <a:srgbClr val="222222"/>
                          </a:solidFill>
                          <a:latin typeface="Times New Roman"/>
                          <a:cs typeface="Times New Roman"/>
                        </a:rPr>
                        <a:t>0.8139</a:t>
                      </a:r>
                    </a:p>
                  </a:txBody>
                  <a:tcPr marL="73152" marR="73152" marT="27432" marB="27432" anchor="ctr">
                    <a:solidFill>
                      <a:srgbClr val="CDEBE7"/>
                    </a:solidFill>
                  </a:tcPr>
                </a:tc>
              </a:tr>
              <a:tr h="475488">
                <a:tc>
                  <a:txBody>
                    <a:bodyPr/>
                    <a:lstStyle/>
                    <a:p>
                      <a:r>
                        <a:rPr sz="1300" b="0" i="0">
                          <a:solidFill>
                            <a:srgbClr val="222222"/>
                          </a:solidFill>
                          <a:latin typeface="Times New Roman"/>
                          <a:cs typeface="Times New Roman"/>
                        </a:rPr>
                        <a:t>Logistic Reg.</a:t>
                      </a:r>
                    </a:p>
                  </a:txBody>
                  <a:tcPr marL="73152" marR="73152" marT="27432" marB="27432" anchor="ctr">
                    <a:solidFill>
                      <a:srgbClr val="F3FAF9"/>
                    </a:solidFill>
                  </a:tcPr>
                </a:tc>
                <a:tc>
                  <a:txBody>
                    <a:bodyPr/>
                    <a:lstStyle/>
                    <a:p>
                      <a:pPr algn="ctr"/>
                      <a:r>
                        <a:rPr sz="1300" b="0" i="0">
                          <a:solidFill>
                            <a:srgbClr val="222222"/>
                          </a:solidFill>
                          <a:latin typeface="Times New Roman"/>
                          <a:cs typeface="Times New Roman"/>
                        </a:rPr>
                        <a:t>0.8569</a:t>
                      </a:r>
                    </a:p>
                  </a:txBody>
                  <a:tcPr marL="73152" marR="73152" marT="27432" marB="27432" anchor="ctr">
                    <a:solidFill>
                      <a:srgbClr val="F3FAF9"/>
                    </a:solidFill>
                  </a:tcPr>
                </a:tc>
                <a:tc>
                  <a:txBody>
                    <a:bodyPr/>
                    <a:lstStyle/>
                    <a:p>
                      <a:pPr algn="ctr"/>
                      <a:r>
                        <a:rPr sz="1300" b="0" i="0">
                          <a:solidFill>
                            <a:srgbClr val="222222"/>
                          </a:solidFill>
                          <a:latin typeface="Times New Roman"/>
                          <a:cs typeface="Times New Roman"/>
                        </a:rPr>
                        <a:t>0.8233</a:t>
                      </a:r>
                    </a:p>
                  </a:txBody>
                  <a:tcPr marL="73152" marR="73152" marT="27432" marB="27432" anchor="ctr">
                    <a:solidFill>
                      <a:srgbClr val="F3FAF9"/>
                    </a:solidFill>
                  </a:tcPr>
                </a:tc>
                <a:tc>
                  <a:txBody>
                    <a:bodyPr/>
                    <a:lstStyle/>
                    <a:p>
                      <a:pPr algn="ctr"/>
                      <a:r>
                        <a:rPr sz="1300" b="0" i="0">
                          <a:solidFill>
                            <a:srgbClr val="222222"/>
                          </a:solidFill>
                          <a:latin typeface="Times New Roman"/>
                          <a:cs typeface="Times New Roman"/>
                        </a:rPr>
                        <a:t>0.6819</a:t>
                      </a:r>
                    </a:p>
                  </a:txBody>
                  <a:tcPr marL="73152" marR="73152" marT="27432" marB="27432" anchor="ctr">
                    <a:solidFill>
                      <a:srgbClr val="F3FAF9"/>
                    </a:solidFill>
                  </a:tcPr>
                </a:tc>
              </a:tr>
              <a:tr h="475488">
                <a:tc>
                  <a:txBody>
                    <a:bodyPr/>
                    <a:lstStyle/>
                    <a:p>
                      <a:r>
                        <a:rPr sz="1300" b="0" i="0">
                          <a:solidFill>
                            <a:srgbClr val="222222"/>
                          </a:solidFill>
                          <a:latin typeface="Times New Roman"/>
                          <a:cs typeface="Times New Roman"/>
                        </a:rPr>
                        <a:t>Linear SVM</a:t>
                      </a:r>
                    </a:p>
                  </a:txBody>
                  <a:tcPr marL="73152" marR="73152" marT="27432" marB="27432" anchor="ctr">
                    <a:solidFill>
                      <a:srgbClr val="FFFFFF"/>
                    </a:solidFill>
                  </a:tcPr>
                </a:tc>
                <a:tc>
                  <a:txBody>
                    <a:bodyPr/>
                    <a:lstStyle/>
                    <a:p>
                      <a:pPr algn="ctr"/>
                      <a:r>
                        <a:rPr sz="1300" b="0" i="0">
                          <a:solidFill>
                            <a:srgbClr val="222222"/>
                          </a:solidFill>
                          <a:latin typeface="Times New Roman"/>
                          <a:cs typeface="Times New Roman"/>
                        </a:rPr>
                        <a:t>0.8602</a:t>
                      </a:r>
                    </a:p>
                  </a:txBody>
                  <a:tcPr marL="73152" marR="73152" marT="27432" marB="27432" anchor="ctr">
                    <a:solidFill>
                      <a:srgbClr val="FFFFFF"/>
                    </a:solidFill>
                  </a:tcPr>
                </a:tc>
                <a:tc>
                  <a:txBody>
                    <a:bodyPr/>
                    <a:lstStyle/>
                    <a:p>
                      <a:pPr algn="ctr"/>
                      <a:r>
                        <a:rPr sz="1300" b="0" i="0">
                          <a:solidFill>
                            <a:srgbClr val="222222"/>
                          </a:solidFill>
                          <a:latin typeface="Times New Roman"/>
                          <a:cs typeface="Times New Roman"/>
                        </a:rPr>
                        <a:t>0.8195</a:t>
                      </a:r>
                    </a:p>
                  </a:txBody>
                  <a:tcPr marL="73152" marR="73152" marT="27432" marB="27432" anchor="ctr">
                    <a:solidFill>
                      <a:srgbClr val="FFFFFF"/>
                    </a:solidFill>
                  </a:tcPr>
                </a:tc>
                <a:tc>
                  <a:txBody>
                    <a:bodyPr/>
                    <a:lstStyle/>
                    <a:p>
                      <a:pPr algn="ctr"/>
                      <a:r>
                        <a:rPr sz="1300" b="0" i="0">
                          <a:solidFill>
                            <a:srgbClr val="222222"/>
                          </a:solidFill>
                          <a:latin typeface="Times New Roman"/>
                          <a:cs typeface="Times New Roman"/>
                        </a:rPr>
                        <a:t>0.6686</a:t>
                      </a:r>
                    </a:p>
                  </a:txBody>
                  <a:tcPr marL="73152" marR="73152" marT="27432" marB="27432" anchor="ctr">
                    <a:solidFill>
                      <a:srgbClr val="FFFFFF"/>
                    </a:solidFill>
                  </a:tcPr>
                </a:tc>
              </a:tr>
              <a:tr h="475488">
                <a:tc>
                  <a:txBody>
                    <a:bodyPr/>
                    <a:lstStyle/>
                    <a:p>
                      <a:r>
                        <a:rPr sz="1300" b="0" i="0">
                          <a:solidFill>
                            <a:srgbClr val="222222"/>
                          </a:solidFill>
                          <a:latin typeface="Times New Roman"/>
                          <a:cs typeface="Times New Roman"/>
                        </a:rPr>
                        <a:t>SGD</a:t>
                      </a:r>
                    </a:p>
                  </a:txBody>
                  <a:tcPr marL="73152" marR="73152" marT="27432" marB="27432" anchor="ctr">
                    <a:solidFill>
                      <a:srgbClr val="F3FAF9"/>
                    </a:solidFill>
                  </a:tcPr>
                </a:tc>
                <a:tc>
                  <a:txBody>
                    <a:bodyPr/>
                    <a:lstStyle/>
                    <a:p>
                      <a:pPr algn="ctr"/>
                      <a:r>
                        <a:rPr sz="1300" b="0" i="0">
                          <a:solidFill>
                            <a:srgbClr val="222222"/>
                          </a:solidFill>
                          <a:latin typeface="Times New Roman"/>
                          <a:cs typeface="Times New Roman"/>
                        </a:rPr>
                        <a:t>0.8530</a:t>
                      </a:r>
                    </a:p>
                  </a:txBody>
                  <a:tcPr marL="73152" marR="73152" marT="27432" marB="27432" anchor="ctr">
                    <a:solidFill>
                      <a:srgbClr val="F3FAF9"/>
                    </a:solidFill>
                  </a:tcPr>
                </a:tc>
                <a:tc>
                  <a:txBody>
                    <a:bodyPr/>
                    <a:lstStyle/>
                    <a:p>
                      <a:pPr algn="ctr"/>
                      <a:r>
                        <a:rPr sz="1300" b="0" i="0">
                          <a:solidFill>
                            <a:srgbClr val="222222"/>
                          </a:solidFill>
                          <a:latin typeface="Times New Roman"/>
                          <a:cs typeface="Times New Roman"/>
                        </a:rPr>
                        <a:t>0.8111</a:t>
                      </a:r>
                    </a:p>
                  </a:txBody>
                  <a:tcPr marL="73152" marR="73152" marT="27432" marB="27432" anchor="ctr">
                    <a:solidFill>
                      <a:srgbClr val="F3FAF9"/>
                    </a:solidFill>
                  </a:tcPr>
                </a:tc>
                <a:tc>
                  <a:txBody>
                    <a:bodyPr/>
                    <a:lstStyle/>
                    <a:p>
                      <a:pPr algn="ctr"/>
                      <a:r>
                        <a:rPr sz="1300" b="0" i="0">
                          <a:solidFill>
                            <a:srgbClr val="222222"/>
                          </a:solidFill>
                          <a:latin typeface="Times New Roman"/>
                          <a:cs typeface="Times New Roman"/>
                        </a:rPr>
                        <a:t>0.6576</a:t>
                      </a:r>
                    </a:p>
                  </a:txBody>
                  <a:tcPr marL="73152" marR="73152" marT="27432" marB="27432" anchor="ctr">
                    <a:solidFill>
                      <a:srgbClr val="F3FAF9"/>
                    </a:solidFill>
                  </a:tcPr>
                </a:tc>
              </a:tr>
              <a:tr h="475488">
                <a:tc>
                  <a:txBody>
                    <a:bodyPr/>
                    <a:lstStyle/>
                    <a:p>
                      <a:r>
                        <a:rPr sz="1300" b="0" i="0">
                          <a:solidFill>
                            <a:srgbClr val="222222"/>
                          </a:solidFill>
                          <a:latin typeface="Times New Roman"/>
                          <a:cs typeface="Times New Roman"/>
                        </a:rPr>
                        <a:t>Ridge</a:t>
                      </a:r>
                    </a:p>
                  </a:txBody>
                  <a:tcPr marL="73152" marR="73152" marT="27432" marB="27432" anchor="ctr">
                    <a:solidFill>
                      <a:srgbClr val="FFFFFF"/>
                    </a:solidFill>
                  </a:tcPr>
                </a:tc>
                <a:tc>
                  <a:txBody>
                    <a:bodyPr/>
                    <a:lstStyle/>
                    <a:p>
                      <a:pPr algn="ctr"/>
                      <a:r>
                        <a:rPr sz="1300" b="0" i="0">
                          <a:solidFill>
                            <a:srgbClr val="222222"/>
                          </a:solidFill>
                          <a:latin typeface="Times New Roman"/>
                          <a:cs typeface="Times New Roman"/>
                        </a:rPr>
                        <a:t>0.8382</a:t>
                      </a:r>
                    </a:p>
                  </a:txBody>
                  <a:tcPr marL="73152" marR="73152" marT="27432" marB="27432" anchor="ctr">
                    <a:solidFill>
                      <a:srgbClr val="FFFFFF"/>
                    </a:solidFill>
                  </a:tcPr>
                </a:tc>
                <a:tc>
                  <a:txBody>
                    <a:bodyPr/>
                    <a:lstStyle/>
                    <a:p>
                      <a:pPr algn="ctr"/>
                      <a:r>
                        <a:rPr sz="1300" b="0" i="0">
                          <a:solidFill>
                            <a:srgbClr val="222222"/>
                          </a:solidFill>
                          <a:latin typeface="Times New Roman"/>
                          <a:cs typeface="Times New Roman"/>
                        </a:rPr>
                        <a:t>0.8008</a:t>
                      </a:r>
                    </a:p>
                  </a:txBody>
                  <a:tcPr marL="73152" marR="73152" marT="27432" marB="27432" anchor="ctr">
                    <a:solidFill>
                      <a:srgbClr val="FFFFFF"/>
                    </a:solidFill>
                  </a:tcPr>
                </a:tc>
                <a:tc>
                  <a:txBody>
                    <a:bodyPr/>
                    <a:lstStyle/>
                    <a:p>
                      <a:pPr algn="ctr"/>
                      <a:r>
                        <a:rPr sz="1300" b="0" i="0">
                          <a:solidFill>
                            <a:srgbClr val="222222"/>
                          </a:solidFill>
                          <a:latin typeface="Times New Roman"/>
                          <a:cs typeface="Times New Roman"/>
                        </a:rPr>
                        <a:t>0.6494</a:t>
                      </a:r>
                    </a:p>
                  </a:txBody>
                  <a:tcPr marL="73152" marR="73152" marT="27432" marB="27432" anchor="ctr">
                    <a:solidFill>
                      <a:srgbClr val="FFFFFF"/>
                    </a:solidFill>
                  </a:tcPr>
                </a:tc>
              </a:tr>
              <a:tr h="475488">
                <a:tc>
                  <a:txBody>
                    <a:bodyPr/>
                    <a:lstStyle/>
                    <a:p>
                      <a:r>
                        <a:rPr sz="1300" b="0" i="0">
                          <a:solidFill>
                            <a:srgbClr val="222222"/>
                          </a:solidFill>
                          <a:latin typeface="Times New Roman"/>
                          <a:cs typeface="Times New Roman"/>
                        </a:rPr>
                        <a:t>Naive Bayes</a:t>
                      </a:r>
                    </a:p>
                  </a:txBody>
                  <a:tcPr marL="73152" marR="73152" marT="27432" marB="27432" anchor="ctr">
                    <a:solidFill>
                      <a:srgbClr val="F3FAF9"/>
                    </a:solidFill>
                  </a:tcPr>
                </a:tc>
                <a:tc>
                  <a:txBody>
                    <a:bodyPr/>
                    <a:lstStyle/>
                    <a:p>
                      <a:pPr algn="ctr"/>
                      <a:r>
                        <a:rPr sz="1300" b="0" i="0">
                          <a:solidFill>
                            <a:srgbClr val="222222"/>
                          </a:solidFill>
                          <a:latin typeface="Times New Roman"/>
                          <a:cs typeface="Times New Roman"/>
                        </a:rPr>
                        <a:t>0.7749</a:t>
                      </a:r>
                    </a:p>
                  </a:txBody>
                  <a:tcPr marL="73152" marR="73152" marT="27432" marB="27432" anchor="ctr">
                    <a:solidFill>
                      <a:srgbClr val="F3FAF9"/>
                    </a:solidFill>
                  </a:tcPr>
                </a:tc>
                <a:tc>
                  <a:txBody>
                    <a:bodyPr/>
                    <a:lstStyle/>
                    <a:p>
                      <a:pPr algn="ctr"/>
                      <a:r>
                        <a:rPr sz="1300" b="0" i="0">
                          <a:solidFill>
                            <a:srgbClr val="222222"/>
                          </a:solidFill>
                          <a:latin typeface="Times New Roman"/>
                          <a:cs typeface="Times New Roman"/>
                        </a:rPr>
                        <a:t>0.5863</a:t>
                      </a:r>
                    </a:p>
                  </a:txBody>
                  <a:tcPr marL="73152" marR="73152" marT="27432" marB="27432" anchor="ctr">
                    <a:solidFill>
                      <a:srgbClr val="F3FAF9"/>
                    </a:solidFill>
                  </a:tcPr>
                </a:tc>
                <a:tc>
                  <a:txBody>
                    <a:bodyPr/>
                    <a:lstStyle/>
                    <a:p>
                      <a:pPr algn="ctr"/>
                      <a:r>
                        <a:rPr sz="1300" b="0" i="0">
                          <a:solidFill>
                            <a:srgbClr val="222222"/>
                          </a:solidFill>
                          <a:latin typeface="Times New Roman"/>
                          <a:cs typeface="Times New Roman"/>
                        </a:rPr>
                        <a:t>0.0894</a:t>
                      </a:r>
                    </a:p>
                  </a:txBody>
                  <a:tcPr marL="73152" marR="73152" marT="27432" marB="27432" anchor="ctr">
                    <a:solidFill>
                      <a:srgbClr val="F3FAF9"/>
                    </a:solidFill>
                  </a:tcPr>
                </a:tc>
              </a:tr>
              <a:tr h="475488">
                <a:tc>
                  <a:txBody>
                    <a:bodyPr/>
                    <a:lstStyle/>
                    <a:p>
                      <a:r>
                        <a:rPr sz="1300" b="0" i="0">
                          <a:solidFill>
                            <a:srgbClr val="222222"/>
                          </a:solidFill>
                          <a:latin typeface="Times New Roman"/>
                          <a:cs typeface="Times New Roman"/>
                        </a:rPr>
                        <a:t>VADER</a:t>
                      </a:r>
                    </a:p>
                  </a:txBody>
                  <a:tcPr marL="73152" marR="73152" marT="27432" marB="27432" anchor="ctr">
                    <a:solidFill>
                      <a:srgbClr val="FFFFFF"/>
                    </a:solidFill>
                  </a:tcPr>
                </a:tc>
                <a:tc>
                  <a:txBody>
                    <a:bodyPr/>
                    <a:lstStyle/>
                    <a:p>
                      <a:pPr algn="ctr"/>
                      <a:r>
                        <a:rPr sz="1300" b="0" i="0">
                          <a:solidFill>
                            <a:srgbClr val="222222"/>
                          </a:solidFill>
                          <a:latin typeface="Times New Roman"/>
                          <a:cs typeface="Times New Roman"/>
                        </a:rPr>
                        <a:t>0.6171</a:t>
                      </a:r>
                    </a:p>
                  </a:txBody>
                  <a:tcPr marL="73152" marR="73152" marT="27432" marB="27432" anchor="ctr">
                    <a:solidFill>
                      <a:srgbClr val="FFFFFF"/>
                    </a:solidFill>
                  </a:tcPr>
                </a:tc>
                <a:tc>
                  <a:txBody>
                    <a:bodyPr/>
                    <a:lstStyle/>
                    <a:p>
                      <a:pPr algn="ctr"/>
                      <a:r>
                        <a:rPr sz="1300" b="0" i="0">
                          <a:solidFill>
                            <a:srgbClr val="222222"/>
                          </a:solidFill>
                          <a:latin typeface="Times New Roman"/>
                          <a:cs typeface="Times New Roman"/>
                        </a:rPr>
                        <a:t>0.5539</a:t>
                      </a:r>
                    </a:p>
                  </a:txBody>
                  <a:tcPr marL="73152" marR="73152" marT="27432" marB="27432" anchor="ctr">
                    <a:solidFill>
                      <a:srgbClr val="FFFFFF"/>
                    </a:solidFill>
                  </a:tcPr>
                </a:tc>
                <a:tc>
                  <a:txBody>
                    <a:bodyPr/>
                    <a:lstStyle/>
                    <a:p>
                      <a:pPr algn="ctr"/>
                      <a:r>
                        <a:rPr sz="1300" b="0" i="0">
                          <a:solidFill>
                            <a:srgbClr val="222222"/>
                          </a:solidFill>
                          <a:latin typeface="Times New Roman"/>
                          <a:cs typeface="Times New Roman"/>
                        </a:rPr>
                        <a:t>0.2963</a:t>
                      </a:r>
                    </a:p>
                  </a:txBody>
                  <a:tcPr marL="73152" marR="73152" marT="27432" marB="27432" anchor="ctr">
                    <a:solidFill>
                      <a:srgbClr val="FFFFFF"/>
                    </a:solidFill>
                  </a:tcPr>
                </a:tc>
              </a:tr>
            </a:tbl>
          </a:graphicData>
        </a:graphic>
      </p:graphicFrame>
      <p:sp>
        <p:nvSpPr>
          <p:cNvPr id="15" name="TextBox 14"/>
          <p:cNvSpPr txBox="1"/>
          <p:nvPr/>
        </p:nvSpPr>
        <p:spPr>
          <a:xfrm>
            <a:off x="7269480" y="5257800"/>
            <a:ext cx="3611880" cy="731520"/>
          </a:xfrm>
          <a:prstGeom prst="rect">
            <a:avLst/>
          </a:prstGeom>
          <a:noFill/>
        </p:spPr>
        <p:txBody>
          <a:bodyPr wrap="square" lIns="45720" tIns="27432" rIns="45720" bIns="27432" anchor="t">
            <a:spAutoFit/>
          </a:bodyPr>
          <a:lstStyle/>
          <a:p>
            <a:pPr algn="l">
              <a:spcBef>
                <a:spcPts val="0"/>
              </a:spcBef>
              <a:spcAft>
                <a:spcPts val="400"/>
              </a:spcAft>
            </a:pPr>
            <a:r>
              <a:rPr sz="1250" b="0" i="0">
                <a:solidFill>
                  <a:srgbClr val="5A5A5A"/>
                </a:solidFill>
                <a:latin typeface="Times New Roman"/>
                <a:cs typeface="Times New Roman"/>
              </a:rPr>
              <a:t>Untouched test set (3,319 reviews). Naive Bayes looks acceptable by accuracy but almost never predicts Neutral.</a:t>
            </a:r>
          </a:p>
        </p:txBody>
      </p:sp>
    </p:spTree>
    <p:custDataLst>
      <p:tags r:id="rId1"/>
    </p:custData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vert="horz" wrap="square" lIns="0" tIns="0" rIns="0" bIns="0" rtlCol="0" anchor="b">
            <a:normAutofit/>
          </a:bodyPr>
          <a:lstStyle>
            <a:lvl1pPr>
              <a:defRPr>
                <a:latin typeface="+mj-lt"/>
                <a:sym typeface="+mj-ea"/>
              </a:defRPr>
            </a:lvl1pPr>
          </a:lstStyle>
          <a:p>
            <a:pPr lvl="0" algn="l">
              <a:buClrTx/>
              <a:buSzTx/>
              <a:buFontTx/>
            </a:pPr>
            <a:r>
              <a:rPr lang="en-US" dirty="0">
                <a:latin typeface="Times New Roman" panose="02020603050405020304" charset="0"/>
                <a:ea typeface="+mj-ea"/>
                <a:cs typeface="Times New Roman" panose="02020603050405020304" charset="0"/>
                <a:sym typeface="+mn-ea"/>
              </a:rPr>
              <a:t>FUTURE WORKS &amp; RECOMMENDATIONS</a:t>
            </a:r>
          </a:p>
        </p:txBody>
      </p:sp>
      <p:sp>
        <p:nvSpPr>
          <p:cNvPr id="9" name="Slide Number Placeholder 8"/>
          <p:cNvSpPr>
            <a:spLocks noGrp="1"/>
          </p:cNvSpPr>
          <p:nvPr>
            <p:ph type="sldNum" sz="quarter" idx="12"/>
          </p:nvPr>
        </p:nvSpPr>
        <p:spPr/>
        <p:txBody>
          <a:bodyPr/>
          <a:lstStyle/>
          <a:p>
            <a:fld id="{BE5F26B5-172A-4DC2-B0B7-181CFC56B87C}" type="slidenum">
              <a:rPr lang="en-US" smtClean="0">
                <a:latin typeface="Times New Roman" panose="02020603050405020304" charset="0"/>
                <a:cs typeface="Times New Roman" panose="02020603050405020304" charset="0"/>
              </a:rPr>
              <a:t>12</a:t>
            </a:fld>
            <a:endParaRPr lang="en-US" smtClean="0">
              <a:latin typeface="Times New Roman" panose="02020603050405020304" charset="0"/>
              <a:cs typeface="Times New Roman" panose="02020603050405020304" charset="0"/>
            </a:endParaRPr>
          </a:p>
        </p:txBody>
      </p:sp>
      <p:sp>
        <p:nvSpPr>
          <p:cNvPr id="10" name="Rounded Rectangle 9"/>
          <p:cNvSpPr/>
          <p:nvPr/>
        </p:nvSpPr>
        <p:spPr>
          <a:xfrm>
            <a:off x="694944" y="1371600"/>
            <a:ext cx="3417112" cy="20116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28016" rIns="146304" bIns="54864" rtlCol="0" anchor="t"/>
          <a:lstStyle/>
          <a:p>
            <a:pPr algn="l">
              <a:spcBef>
                <a:spcPts val="0"/>
              </a:spcBef>
              <a:spcAft>
                <a:spcPts val="600"/>
              </a:spcAft>
            </a:pPr>
            <a:r>
              <a:rPr sz="1700" b="1" i="0">
                <a:solidFill>
                  <a:srgbClr val="0E5E5A"/>
                </a:solidFill>
                <a:latin typeface="Times New Roman"/>
                <a:cs typeface="Times New Roman"/>
              </a:rPr>
              <a:t>Larger human gold standard</a:t>
            </a:r>
          </a:p>
          <a:p>
            <a:pPr algn="l">
              <a:spcBef>
                <a:spcPts val="0"/>
              </a:spcBef>
              <a:spcAft>
                <a:spcPts val="0"/>
              </a:spcAft>
            </a:pPr>
            <a:r>
              <a:rPr sz="1500" b="0" i="0">
                <a:solidFill>
                  <a:srgbClr val="222222"/>
                </a:solidFill>
                <a:latin typeface="Times New Roman"/>
                <a:cs typeface="Times New Roman"/>
              </a:rPr>
              <a:t>Annotate Neutral and low-confidence reviews, report all models on a human-only test set, and use active learning to choose what to label next.</a:t>
            </a:r>
          </a:p>
        </p:txBody>
      </p:sp>
      <p:sp>
        <p:nvSpPr>
          <p:cNvPr id="11" name="Rounded Rectangle 10"/>
          <p:cNvSpPr/>
          <p:nvPr/>
        </p:nvSpPr>
        <p:spPr>
          <a:xfrm>
            <a:off x="4386376" y="1371600"/>
            <a:ext cx="3417112" cy="20116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28016" rIns="146304" bIns="54864" rtlCol="0" anchor="t"/>
          <a:lstStyle/>
          <a:p>
            <a:pPr algn="l">
              <a:spcBef>
                <a:spcPts val="0"/>
              </a:spcBef>
              <a:spcAft>
                <a:spcPts val="600"/>
              </a:spcAft>
            </a:pPr>
            <a:r>
              <a:rPr sz="1700" b="1" i="0" dirty="0">
                <a:solidFill>
                  <a:srgbClr val="0E5E5A"/>
                </a:solidFill>
                <a:latin typeface="Times New Roman"/>
                <a:cs typeface="Times New Roman"/>
              </a:rPr>
              <a:t>Aspect-based sentiment</a:t>
            </a:r>
          </a:p>
          <a:p>
            <a:pPr algn="l">
              <a:spcBef>
                <a:spcPts val="0"/>
              </a:spcBef>
              <a:spcAft>
                <a:spcPts val="0"/>
              </a:spcAft>
            </a:pPr>
            <a:r>
              <a:rPr sz="1500" b="0" i="0" dirty="0">
                <a:solidFill>
                  <a:srgbClr val="222222"/>
                </a:solidFill>
                <a:latin typeface="Times New Roman"/>
                <a:cs typeface="Times New Roman"/>
              </a:rPr>
              <a:t>Score speed, order accuracy, staff and cleanliness </a:t>
            </a:r>
            <a:r>
              <a:rPr sz="1500" b="0" i="0" dirty="0" smtClean="0">
                <a:solidFill>
                  <a:srgbClr val="222222"/>
                </a:solidFill>
                <a:latin typeface="Times New Roman"/>
                <a:cs typeface="Times New Roman"/>
              </a:rPr>
              <a:t>separately</a:t>
            </a:r>
            <a:r>
              <a:rPr lang="en-US" sz="1500" b="0" i="0" dirty="0" smtClean="0">
                <a:solidFill>
                  <a:srgbClr val="222222"/>
                </a:solidFill>
                <a:latin typeface="Times New Roman"/>
                <a:cs typeface="Times New Roman"/>
              </a:rPr>
              <a:t>.</a:t>
            </a:r>
            <a:r>
              <a:rPr sz="1500" b="0" i="0" dirty="0" smtClean="0">
                <a:solidFill>
                  <a:srgbClr val="222222"/>
                </a:solidFill>
                <a:latin typeface="Times New Roman"/>
                <a:cs typeface="Times New Roman"/>
              </a:rPr>
              <a:t> </a:t>
            </a:r>
            <a:r>
              <a:rPr sz="1500" b="0" i="0" dirty="0">
                <a:solidFill>
                  <a:srgbClr val="222222"/>
                </a:solidFill>
                <a:latin typeface="Times New Roman"/>
                <a:cs typeface="Times New Roman"/>
              </a:rPr>
              <a:t>so mixed reviews give actionable, aspect-level signals.</a:t>
            </a:r>
          </a:p>
        </p:txBody>
      </p:sp>
      <p:sp>
        <p:nvSpPr>
          <p:cNvPr id="12" name="Rounded Rectangle 11"/>
          <p:cNvSpPr/>
          <p:nvPr/>
        </p:nvSpPr>
        <p:spPr>
          <a:xfrm>
            <a:off x="8077809" y="1371600"/>
            <a:ext cx="3417112" cy="20116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28016" rIns="146304" bIns="54864" rtlCol="0" anchor="t"/>
          <a:lstStyle/>
          <a:p>
            <a:pPr algn="l">
              <a:spcBef>
                <a:spcPts val="0"/>
              </a:spcBef>
              <a:spcAft>
                <a:spcPts val="600"/>
              </a:spcAft>
            </a:pPr>
            <a:r>
              <a:rPr sz="1700" b="1" i="0">
                <a:solidFill>
                  <a:srgbClr val="0E5E5A"/>
                </a:solidFill>
                <a:latin typeface="Times New Roman"/>
                <a:cs typeface="Times New Roman"/>
              </a:rPr>
              <a:t>Stronger transformer experiments</a:t>
            </a:r>
          </a:p>
          <a:p>
            <a:pPr algn="l">
              <a:spcBef>
                <a:spcPts val="0"/>
              </a:spcBef>
              <a:spcAft>
                <a:spcPts val="0"/>
              </a:spcAft>
            </a:pPr>
            <a:r>
              <a:rPr sz="1500" b="0" i="0">
                <a:solidFill>
                  <a:srgbClr val="222222"/>
                </a:solidFill>
                <a:latin typeface="Times New Roman"/>
                <a:cs typeface="Times New Roman"/>
              </a:rPr>
              <a:t>Repeat DistilBERT over several seeds or folds, compare BERT or RoBERTa, and test other domains and languages.</a:t>
            </a:r>
          </a:p>
        </p:txBody>
      </p:sp>
      <p:sp>
        <p:nvSpPr>
          <p:cNvPr id="13" name="Rounded Rectangle 12"/>
          <p:cNvSpPr/>
          <p:nvPr/>
        </p:nvSpPr>
        <p:spPr>
          <a:xfrm>
            <a:off x="694944" y="3611880"/>
            <a:ext cx="3417112" cy="20116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28016" rIns="146304" bIns="54864" rtlCol="0" anchor="t"/>
          <a:lstStyle/>
          <a:p>
            <a:pPr algn="l">
              <a:spcBef>
                <a:spcPts val="0"/>
              </a:spcBef>
              <a:spcAft>
                <a:spcPts val="600"/>
              </a:spcAft>
            </a:pPr>
            <a:r>
              <a:rPr sz="1700" b="1" i="0">
                <a:solidFill>
                  <a:srgbClr val="0E5E5A"/>
                </a:solidFill>
                <a:latin typeface="Times New Roman"/>
                <a:cs typeface="Times New Roman"/>
              </a:rPr>
              <a:t>Efficiency</a:t>
            </a:r>
          </a:p>
          <a:p>
            <a:pPr algn="l">
              <a:spcBef>
                <a:spcPts val="0"/>
              </a:spcBef>
              <a:spcAft>
                <a:spcPts val="0"/>
              </a:spcAft>
            </a:pPr>
            <a:r>
              <a:rPr sz="1500" b="0" i="0">
                <a:solidFill>
                  <a:srgbClr val="222222"/>
                </a:solidFill>
                <a:latin typeface="Times New Roman"/>
                <a:cs typeface="Times New Roman"/>
              </a:rPr>
              <a:t>Quantisation or ONNX export to cut DistilBERT latency, and a two-stage cascade where the linear model handles confident cases.</a:t>
            </a:r>
          </a:p>
        </p:txBody>
      </p:sp>
      <p:sp>
        <p:nvSpPr>
          <p:cNvPr id="14" name="Rounded Rectangle 13"/>
          <p:cNvSpPr/>
          <p:nvPr/>
        </p:nvSpPr>
        <p:spPr>
          <a:xfrm>
            <a:off x="4386376" y="3611880"/>
            <a:ext cx="3417112" cy="20116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28016" rIns="146304" bIns="54864" rtlCol="0" anchor="t"/>
          <a:lstStyle/>
          <a:p>
            <a:pPr algn="l">
              <a:spcBef>
                <a:spcPts val="0"/>
              </a:spcBef>
              <a:spcAft>
                <a:spcPts val="600"/>
              </a:spcAft>
            </a:pPr>
            <a:r>
              <a:rPr sz="1700" b="1" i="0">
                <a:solidFill>
                  <a:srgbClr val="0E5E5A"/>
                </a:solidFill>
                <a:latin typeface="Times New Roman"/>
                <a:cs typeface="Times New Roman"/>
              </a:rPr>
              <a:t>Calibration and explainability</a:t>
            </a:r>
          </a:p>
          <a:p>
            <a:pPr algn="l">
              <a:spcBef>
                <a:spcPts val="0"/>
              </a:spcBef>
              <a:spcAft>
                <a:spcPts val="0"/>
              </a:spcAft>
            </a:pPr>
            <a:r>
              <a:rPr sz="1500" b="0" i="0">
                <a:solidFill>
                  <a:srgbClr val="222222"/>
                </a:solidFill>
                <a:latin typeface="Times New Roman"/>
                <a:cs typeface="Times New Roman"/>
              </a:rPr>
              <a:t>Temperature scaling or isotonic regression for probabilities, and token-level attribution for the transformer.</a:t>
            </a:r>
          </a:p>
        </p:txBody>
      </p:sp>
      <p:sp>
        <p:nvSpPr>
          <p:cNvPr id="15" name="Rounded Rectangle 14"/>
          <p:cNvSpPr/>
          <p:nvPr/>
        </p:nvSpPr>
        <p:spPr>
          <a:xfrm>
            <a:off x="8077809" y="3611880"/>
            <a:ext cx="3417112" cy="20116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28016" rIns="146304" bIns="54864" rtlCol="0" anchor="t"/>
          <a:lstStyle/>
          <a:p>
            <a:pPr algn="l">
              <a:spcBef>
                <a:spcPts val="0"/>
              </a:spcBef>
              <a:spcAft>
                <a:spcPts val="600"/>
              </a:spcAft>
            </a:pPr>
            <a:r>
              <a:rPr sz="1700" b="1" i="0">
                <a:solidFill>
                  <a:srgbClr val="0E5E5A"/>
                </a:solidFill>
                <a:latin typeface="Times New Roman"/>
                <a:cs typeface="Times New Roman"/>
              </a:rPr>
              <a:t>Analytics and production hardening</a:t>
            </a:r>
          </a:p>
          <a:p>
            <a:pPr algn="l">
              <a:spcBef>
                <a:spcPts val="0"/>
              </a:spcBef>
              <a:spcAft>
                <a:spcPts val="0"/>
              </a:spcAft>
            </a:pPr>
            <a:r>
              <a:rPr sz="1500" b="0" i="0">
                <a:solidFill>
                  <a:srgbClr val="222222"/>
                </a:solidFill>
                <a:latin typeface="Times New Roman"/>
                <a:cs typeface="Times New Roman"/>
              </a:rPr>
              <a:t>Sentiment maps by outlet, drift and complaint-spike alerts, authentication, scheduled scoring and model versioning.</a:t>
            </a:r>
          </a:p>
        </p:txBody>
      </p:sp>
    </p:spTree>
    <p:custDataLst>
      <p:tags r:id="rId1"/>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vert="horz" wrap="square" lIns="0" tIns="0" rIns="0" bIns="0" rtlCol="0" anchor="b">
            <a:normAutofit/>
          </a:bodyPr>
          <a:lstStyle>
            <a:lvl1pPr>
              <a:defRPr>
                <a:latin typeface="+mj-lt"/>
                <a:sym typeface="+mj-ea"/>
              </a:defRPr>
            </a:lvl1pPr>
          </a:lstStyle>
          <a:p>
            <a:pPr lvl="0" algn="l">
              <a:buClrTx/>
              <a:buSzTx/>
              <a:buFontTx/>
            </a:pPr>
            <a:r>
              <a:rPr lang="en-US" dirty="0">
                <a:latin typeface="Times New Roman" panose="02020603050405020304" charset="0"/>
                <a:ea typeface="+mj-ea"/>
                <a:cs typeface="Times New Roman" panose="02020603050405020304" charset="0"/>
                <a:sym typeface="+mn-ea"/>
              </a:rPr>
              <a:t>REFERENCES</a:t>
            </a:r>
          </a:p>
        </p:txBody>
      </p:sp>
      <p:sp>
        <p:nvSpPr>
          <p:cNvPr id="9" name="Slide Number Placeholder 8"/>
          <p:cNvSpPr>
            <a:spLocks noGrp="1"/>
          </p:cNvSpPr>
          <p:nvPr>
            <p:ph type="sldNum" sz="quarter" idx="12"/>
          </p:nvPr>
        </p:nvSpPr>
        <p:spPr/>
        <p:txBody>
          <a:bodyPr/>
          <a:lstStyle/>
          <a:p>
            <a:fld id="{BE5F26B5-172A-4DC2-B0B7-181CFC56B87C}" type="slidenum">
              <a:rPr lang="en-US" smtClean="0">
                <a:latin typeface="Times New Roman" panose="02020603050405020304" charset="0"/>
                <a:cs typeface="Times New Roman" panose="02020603050405020304" charset="0"/>
              </a:rPr>
              <a:t>13</a:t>
            </a:fld>
            <a:endParaRPr lang="en-US" smtClean="0">
              <a:latin typeface="Times New Roman" panose="02020603050405020304" charset="0"/>
              <a:cs typeface="Times New Roman" panose="02020603050405020304" charset="0"/>
            </a:endParaRPr>
          </a:p>
        </p:txBody>
      </p:sp>
      <p:sp>
        <p:nvSpPr>
          <p:cNvPr id="10" name="TextBox 9"/>
          <p:cNvSpPr txBox="1"/>
          <p:nvPr/>
        </p:nvSpPr>
        <p:spPr>
          <a:xfrm>
            <a:off x="694944" y="1325880"/>
            <a:ext cx="5303520" cy="4754880"/>
          </a:xfrm>
          <a:prstGeom prst="rect">
            <a:avLst/>
          </a:prstGeom>
          <a:noFill/>
        </p:spPr>
        <p:txBody>
          <a:bodyPr wrap="square" lIns="45720" tIns="27432" rIns="45720" bIns="27432" anchor="t">
            <a:spAutoFit/>
          </a:bodyPr>
          <a:lstStyle/>
          <a:p>
            <a:pPr algn="l">
              <a:spcBef>
                <a:spcPts val="0"/>
              </a:spcBef>
              <a:spcAft>
                <a:spcPts val="500"/>
              </a:spcAft>
            </a:pPr>
            <a:r>
              <a:rPr sz="1150" b="0" i="0">
                <a:solidFill>
                  <a:srgbClr val="222222"/>
                </a:solidFill>
                <a:latin typeface="Times New Roman"/>
                <a:cs typeface="Times New Roman"/>
              </a:rPr>
              <a:t>[1] B. Pang and L. Lee, “Opinion mining and sentiment analysis,” Found. Trends Inf. Retr., vol. 2, no. 1–2, pp. 1–135, 2008.</a:t>
            </a:r>
          </a:p>
          <a:p>
            <a:pPr algn="l">
              <a:spcBef>
                <a:spcPts val="0"/>
              </a:spcBef>
              <a:spcAft>
                <a:spcPts val="500"/>
              </a:spcAft>
            </a:pPr>
            <a:r>
              <a:rPr sz="1150" b="0" i="0">
                <a:solidFill>
                  <a:srgbClr val="222222"/>
                </a:solidFill>
                <a:latin typeface="Times New Roman"/>
                <a:cs typeface="Times New Roman"/>
              </a:rPr>
              <a:t>[2] B. Liu, Sentiment Analysis and Opinion Mining. San Rafael, CA, USA: Morgan &amp; Claypool, 2012.</a:t>
            </a:r>
          </a:p>
          <a:p>
            <a:pPr algn="l">
              <a:spcBef>
                <a:spcPts val="0"/>
              </a:spcBef>
              <a:spcAft>
                <a:spcPts val="500"/>
              </a:spcAft>
            </a:pPr>
            <a:r>
              <a:rPr sz="1150" b="0" i="0">
                <a:solidFill>
                  <a:srgbClr val="222222"/>
                </a:solidFill>
                <a:latin typeface="Times New Roman"/>
                <a:cs typeface="Times New Roman"/>
              </a:rPr>
              <a:t>[3] C. J. Hutto and E. Gilbert, “VADER: A parsimonious rule-based model for sentiment analysis of social media text,” in Proc. ICWSM, Ann Arbor, MI, USA, 2014, pp. 216–225.</a:t>
            </a:r>
          </a:p>
          <a:p>
            <a:pPr algn="l">
              <a:spcBef>
                <a:spcPts val="0"/>
              </a:spcBef>
              <a:spcAft>
                <a:spcPts val="500"/>
              </a:spcAft>
            </a:pPr>
            <a:r>
              <a:rPr sz="1150" b="0" i="0">
                <a:solidFill>
                  <a:srgbClr val="222222"/>
                </a:solidFill>
                <a:latin typeface="Times New Roman"/>
                <a:cs typeface="Times New Roman"/>
              </a:rPr>
              <a:t>[4] B. Pang, L. Lee, and S. Vaithyanathan, “Thumbs up? Sentiment classification using machine learning techniques,” in Proc. EMNLP, Philadelphia, PA, USA, 2002, pp. 79–86.</a:t>
            </a:r>
          </a:p>
          <a:p>
            <a:pPr algn="l">
              <a:spcBef>
                <a:spcPts val="0"/>
              </a:spcBef>
              <a:spcAft>
                <a:spcPts val="500"/>
              </a:spcAft>
            </a:pPr>
            <a:r>
              <a:rPr sz="1150" b="0" i="0">
                <a:solidFill>
                  <a:srgbClr val="222222"/>
                </a:solidFill>
                <a:latin typeface="Times New Roman"/>
                <a:cs typeface="Times New Roman"/>
              </a:rPr>
              <a:t>[5] G. Salton and C. Buckley, “Term-weighting approaches in automatic text retrieval,” Inf. Process. Manage., vol. 24, no. 5, pp. 513–523, 1988.</a:t>
            </a:r>
          </a:p>
          <a:p>
            <a:pPr algn="l">
              <a:spcBef>
                <a:spcPts val="0"/>
              </a:spcBef>
              <a:spcAft>
                <a:spcPts val="500"/>
              </a:spcAft>
            </a:pPr>
            <a:r>
              <a:rPr sz="1150" b="0" i="0">
                <a:solidFill>
                  <a:srgbClr val="222222"/>
                </a:solidFill>
                <a:latin typeface="Times New Roman"/>
                <a:cs typeface="Times New Roman"/>
              </a:rPr>
              <a:t>[6] C. Cortes and V. Vapnik, “Support-vector networks,” Mach. Learn., vol. 20, no. 3, pp. 273–297, 1995.</a:t>
            </a:r>
          </a:p>
          <a:p>
            <a:pPr algn="l">
              <a:spcBef>
                <a:spcPts val="0"/>
              </a:spcBef>
              <a:spcAft>
                <a:spcPts val="500"/>
              </a:spcAft>
            </a:pPr>
            <a:r>
              <a:rPr sz="1150" b="0" i="0">
                <a:solidFill>
                  <a:srgbClr val="222222"/>
                </a:solidFill>
                <a:latin typeface="Times New Roman"/>
                <a:cs typeface="Times New Roman"/>
              </a:rPr>
              <a:t>[7] A. McCallum and K. Nigam, “A comparison of event models for Naive Bayes text classification,” in Proc. AAAI-98 Workshop Learn. Text Categorization, 1998, pp. 41–48.</a:t>
            </a:r>
          </a:p>
          <a:p>
            <a:pPr algn="l">
              <a:spcBef>
                <a:spcPts val="0"/>
              </a:spcBef>
              <a:spcAft>
                <a:spcPts val="500"/>
              </a:spcAft>
            </a:pPr>
            <a:r>
              <a:rPr sz="1150" b="0" i="0">
                <a:solidFill>
                  <a:srgbClr val="222222"/>
                </a:solidFill>
                <a:latin typeface="Times New Roman"/>
                <a:cs typeface="Times New Roman"/>
              </a:rPr>
              <a:t>[8] S. Wang and C. D. Manning, “Baselines and bigrams: Simple, good sentiment and topic classification,” in Proc. 50th Annu. Meeting ACL, Jeju Island, South Korea, 2012, pp. 90–94.</a:t>
            </a:r>
          </a:p>
          <a:p>
            <a:pPr algn="l">
              <a:spcBef>
                <a:spcPts val="0"/>
              </a:spcBef>
              <a:spcAft>
                <a:spcPts val="500"/>
              </a:spcAft>
            </a:pPr>
            <a:r>
              <a:rPr sz="1150" b="0" i="0">
                <a:solidFill>
                  <a:srgbClr val="222222"/>
                </a:solidFill>
                <a:latin typeface="Times New Roman"/>
                <a:cs typeface="Times New Roman"/>
              </a:rPr>
              <a:t>[9] J. Devlin, M.-W. Chang, K. Lee, and K. Toutanova, “BERT: Pre-training of deep bidirectional transformers for language understanding,” in Proc. NAACL-HLT, Minneapolis, MN, USA, 2019, pp. 4171–4186.</a:t>
            </a:r>
          </a:p>
          <a:p>
            <a:pPr algn="l">
              <a:spcBef>
                <a:spcPts val="0"/>
              </a:spcBef>
              <a:spcAft>
                <a:spcPts val="500"/>
              </a:spcAft>
            </a:pPr>
            <a:r>
              <a:rPr sz="1150" b="0" i="0">
                <a:solidFill>
                  <a:srgbClr val="222222"/>
                </a:solidFill>
                <a:latin typeface="Times New Roman"/>
                <a:cs typeface="Times New Roman"/>
              </a:rPr>
              <a:t>[10] V. Sanh, L. Debut, J. Chaumond, and T. Wolf, “DistilBERT, a distilled version of BERT: Smaller, faster, cheaper and lighter,” arXiv:1910.01108, 2019.</a:t>
            </a:r>
          </a:p>
        </p:txBody>
      </p:sp>
      <p:sp>
        <p:nvSpPr>
          <p:cNvPr id="11" name="TextBox 10"/>
          <p:cNvSpPr txBox="1"/>
          <p:nvPr/>
        </p:nvSpPr>
        <p:spPr>
          <a:xfrm>
            <a:off x="6181344" y="1325880"/>
            <a:ext cx="5303520" cy="4754880"/>
          </a:xfrm>
          <a:prstGeom prst="rect">
            <a:avLst/>
          </a:prstGeom>
          <a:noFill/>
        </p:spPr>
        <p:txBody>
          <a:bodyPr wrap="square" lIns="45720" tIns="27432" rIns="45720" bIns="27432" anchor="t">
            <a:spAutoFit/>
          </a:bodyPr>
          <a:lstStyle/>
          <a:p>
            <a:pPr algn="l">
              <a:spcBef>
                <a:spcPts val="0"/>
              </a:spcBef>
              <a:spcAft>
                <a:spcPts val="500"/>
              </a:spcAft>
            </a:pPr>
            <a:r>
              <a:rPr sz="1150" b="0" i="0">
                <a:solidFill>
                  <a:srgbClr val="222222"/>
                </a:solidFill>
                <a:latin typeface="Times New Roman"/>
                <a:cs typeface="Times New Roman"/>
              </a:rPr>
              <a:t>[11] A. Vaswani et al., “Attention is all you need,” in Adv. Neural Inf. Process. Syst. (NeurIPS), vol. 30, 2017, pp. 5998–6008.</a:t>
            </a:r>
          </a:p>
          <a:p>
            <a:pPr algn="l">
              <a:spcBef>
                <a:spcPts val="0"/>
              </a:spcBef>
              <a:spcAft>
                <a:spcPts val="500"/>
              </a:spcAft>
            </a:pPr>
            <a:r>
              <a:rPr sz="1150" b="0" i="0">
                <a:solidFill>
                  <a:srgbClr val="222222"/>
                </a:solidFill>
                <a:latin typeface="Times New Roman"/>
                <a:cs typeface="Times New Roman"/>
              </a:rPr>
              <a:t>[12] F. Pedregosa et al., “Scikit-learn: Machine learning in Python,” J. Mach. Learn. Res., vol. 12, pp. 2825–2830, 2011.</a:t>
            </a:r>
          </a:p>
          <a:p>
            <a:pPr algn="l">
              <a:spcBef>
                <a:spcPts val="0"/>
              </a:spcBef>
              <a:spcAft>
                <a:spcPts val="500"/>
              </a:spcAft>
            </a:pPr>
            <a:r>
              <a:rPr sz="1150" b="0" i="0">
                <a:solidFill>
                  <a:srgbClr val="222222"/>
                </a:solidFill>
                <a:latin typeface="Times New Roman"/>
                <a:cs typeface="Times New Roman"/>
              </a:rPr>
              <a:t>[13] T. Wolf et al., “Transformers: State-of-the-art natural language processing,” in Proc. EMNLP: Syst. Demonstrations, 2020, pp. 38–45.</a:t>
            </a:r>
          </a:p>
          <a:p>
            <a:pPr algn="l">
              <a:spcBef>
                <a:spcPts val="0"/>
              </a:spcBef>
              <a:spcAft>
                <a:spcPts val="500"/>
              </a:spcAft>
            </a:pPr>
            <a:r>
              <a:rPr sz="1150" b="0" i="0">
                <a:solidFill>
                  <a:srgbClr val="222222"/>
                </a:solidFill>
                <a:latin typeface="Times New Roman"/>
                <a:cs typeface="Times New Roman"/>
              </a:rPr>
              <a:t>[14] J. L. Fleiss, “Measuring nominal scale agreement among many raters,” Psychol. Bull., vol. 76, no. 5, pp. 378–382, 1971.</a:t>
            </a:r>
          </a:p>
          <a:p>
            <a:pPr algn="l">
              <a:spcBef>
                <a:spcPts val="0"/>
              </a:spcBef>
              <a:spcAft>
                <a:spcPts val="500"/>
              </a:spcAft>
            </a:pPr>
            <a:r>
              <a:rPr sz="1150" b="0" i="0">
                <a:solidFill>
                  <a:srgbClr val="222222"/>
                </a:solidFill>
                <a:latin typeface="Times New Roman"/>
                <a:cs typeface="Times New Roman"/>
              </a:rPr>
              <a:t>[15] D.-H. Lee, “Pseudo-label: The simple and efficient semi-supervised learning method for deep neural networks,” in Proc. ICML Workshop Challenges Representation Learn., 2013.</a:t>
            </a:r>
          </a:p>
          <a:p>
            <a:pPr algn="l">
              <a:spcBef>
                <a:spcPts val="0"/>
              </a:spcBef>
              <a:spcAft>
                <a:spcPts val="500"/>
              </a:spcAft>
            </a:pPr>
            <a:r>
              <a:rPr sz="1150" b="0" i="0">
                <a:solidFill>
                  <a:srgbClr val="222222"/>
                </a:solidFill>
                <a:latin typeface="Times New Roman"/>
                <a:cs typeface="Times New Roman"/>
              </a:rPr>
              <a:t>[16] H. He and E. A. Garcia, “Learning from imbalanced data,” IEEE Trans. Knowl. Data Eng., vol. 21, no. 9, pp. 1263–1284, Sep. 2009.</a:t>
            </a:r>
          </a:p>
          <a:p>
            <a:pPr algn="l">
              <a:spcBef>
                <a:spcPts val="0"/>
              </a:spcBef>
              <a:spcAft>
                <a:spcPts val="500"/>
              </a:spcAft>
            </a:pPr>
            <a:r>
              <a:rPr sz="1150" b="0" i="0">
                <a:solidFill>
                  <a:srgbClr val="222222"/>
                </a:solidFill>
                <a:latin typeface="Times New Roman"/>
                <a:cs typeface="Times New Roman"/>
              </a:rPr>
              <a:t>[17] J. R. Landis and G. G. Koch, “The measurement of observer agreement for categorical data,” Biometrics, vol. 33, no. 1, pp. 159–174, 1977.</a:t>
            </a:r>
          </a:p>
          <a:p>
            <a:pPr algn="l">
              <a:spcBef>
                <a:spcPts val="0"/>
              </a:spcBef>
              <a:spcAft>
                <a:spcPts val="500"/>
              </a:spcAft>
            </a:pPr>
            <a:r>
              <a:rPr sz="1150" b="0" i="0">
                <a:solidFill>
                  <a:srgbClr val="222222"/>
                </a:solidFill>
                <a:latin typeface="Times New Roman"/>
                <a:cs typeface="Times New Roman"/>
              </a:rPr>
              <a:t>[18] Google Maps, “McDonald’s outlet customer reviews,” scraped dataset (DATASET.csv), collected 2025–2026.</a:t>
            </a:r>
          </a:p>
          <a:p>
            <a:pPr algn="l">
              <a:spcBef>
                <a:spcPts val="0"/>
              </a:spcBef>
              <a:spcAft>
                <a:spcPts val="500"/>
              </a:spcAft>
            </a:pPr>
            <a:r>
              <a:rPr sz="1150" b="0" i="0">
                <a:solidFill>
                  <a:srgbClr val="222222"/>
                </a:solidFill>
                <a:latin typeface="Times New Roman"/>
                <a:cs typeface="Times New Roman"/>
              </a:rPr>
              <a:t>[19] S. Ramírez, “FastAPI.” [Online]. Available: https://fastapi.tiangolo.com</a:t>
            </a:r>
          </a:p>
          <a:p>
            <a:pPr algn="l">
              <a:spcBef>
                <a:spcPts val="0"/>
              </a:spcBef>
              <a:spcAft>
                <a:spcPts val="500"/>
              </a:spcAft>
            </a:pPr>
            <a:r>
              <a:rPr sz="1150" b="0" i="0">
                <a:solidFill>
                  <a:srgbClr val="222222"/>
                </a:solidFill>
                <a:latin typeface="Times New Roman"/>
                <a:cs typeface="Times New Roman"/>
              </a:rPr>
              <a:t>[20] Meta Platforms, “React.” [Online]. Available: https://react.dev</a:t>
            </a:r>
          </a:p>
        </p:txBody>
      </p:sp>
    </p:spTree>
    <p:custDataLst>
      <p:tags r:id="rId1"/>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custDataLst>
              <p:tags r:id="rId2"/>
            </p:custDataLst>
          </p:nvPr>
        </p:nvSpPr>
        <p:spPr/>
        <p:txBody>
          <a:bodyPr vert="horz" wrap="square" lIns="0" tIns="0" rIns="0" bIns="0" rtlCol="0" anchor="b">
            <a:normAutofit/>
          </a:bodyPr>
          <a:lstStyle>
            <a:lvl1pPr>
              <a:defRPr>
                <a:latin typeface="+mj-lt"/>
                <a:sym typeface="+mj-ea"/>
              </a:defRPr>
            </a:lvl1pPr>
          </a:lstStyle>
          <a:p>
            <a:pPr lvl="0" algn="l">
              <a:buClrTx/>
              <a:buSzTx/>
              <a:buFontTx/>
            </a:pPr>
            <a:r>
              <a:rPr lang="en-US" dirty="0">
                <a:latin typeface="Times New Roman" panose="02020603050405020304" charset="0"/>
                <a:ea typeface="+mj-ea"/>
                <a:cs typeface="Times New Roman" panose="02020603050405020304" charset="0"/>
                <a:sym typeface="+mn-ea"/>
              </a:rPr>
              <a:t>DEMONSTRATION</a:t>
            </a:r>
          </a:p>
        </p:txBody>
      </p:sp>
      <p:sp>
        <p:nvSpPr>
          <p:cNvPr id="11" name="Slide Number Placeholder 10"/>
          <p:cNvSpPr>
            <a:spLocks noGrp="1"/>
          </p:cNvSpPr>
          <p:nvPr>
            <p:ph type="sldNum" sz="quarter" idx="12"/>
          </p:nvPr>
        </p:nvSpPr>
        <p:spPr/>
        <p:txBody>
          <a:bodyPr/>
          <a:lstStyle/>
          <a:p>
            <a:fld id="{BE5F26B5-172A-4DC2-B0B7-181CFC56B87C}" type="slidenum">
              <a:rPr lang="en-US" smtClean="0">
                <a:latin typeface="Times New Roman" panose="02020603050405020304" charset="0"/>
                <a:cs typeface="Times New Roman" panose="02020603050405020304" charset="0"/>
              </a:rPr>
              <a:t>14</a:t>
            </a:fld>
            <a:endParaRPr lang="en-US" smtClean="0">
              <a:latin typeface="Times New Roman" panose="02020603050405020304" charset="0"/>
              <a:cs typeface="Times New Roman" panose="02020603050405020304" charset="0"/>
            </a:endParaRPr>
          </a:p>
        </p:txBody>
      </p:sp>
      <p:sp>
        <p:nvSpPr>
          <p:cNvPr id="12" name="Rounded Rectangle 11"/>
          <p:cNvSpPr/>
          <p:nvPr/>
        </p:nvSpPr>
        <p:spPr>
          <a:xfrm>
            <a:off x="694944" y="1371600"/>
            <a:ext cx="10058400" cy="731520"/>
          </a:xfrm>
          <a:prstGeom prst="roundRect">
            <a:avLst>
              <a:gd name="adj" fmla="val 5000"/>
            </a:avLst>
          </a:prstGeom>
          <a:solidFill>
            <a:srgbClr val="E8F5F3"/>
          </a:solidFill>
          <a:ln w="12700">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ctr"/>
          <a:lstStyle/>
          <a:p>
            <a:r>
              <a:rPr sz="1800" b="1" i="0" dirty="0">
                <a:solidFill>
                  <a:srgbClr val="0E5E5A"/>
                </a:solidFill>
                <a:latin typeface="Times New Roman"/>
                <a:cs typeface="Times New Roman"/>
              </a:rPr>
              <a:t>Demonstration link</a:t>
            </a:r>
            <a:r>
              <a:rPr sz="1800" b="1" i="0" dirty="0" smtClean="0">
                <a:solidFill>
                  <a:srgbClr val="0E5E5A"/>
                </a:solidFill>
                <a:latin typeface="Times New Roman"/>
                <a:cs typeface="Times New Roman"/>
              </a:rPr>
              <a:t>:</a:t>
            </a:r>
            <a:r>
              <a:rPr lang="en-US" b="1" dirty="0">
                <a:solidFill>
                  <a:srgbClr val="0E5E5A"/>
                </a:solidFill>
                <a:latin typeface="Times New Roman"/>
                <a:cs typeface="Times New Roman"/>
              </a:rPr>
              <a:t> https://drive.google.com/file/d/12NG3d6voljGYx98HZ-_qF4w8DiIenupo/view?usp=sharing</a:t>
            </a:r>
            <a:endParaRPr sz="1800" b="0" i="0" dirty="0">
              <a:solidFill>
                <a:srgbClr val="E39A2D"/>
              </a:solidFill>
              <a:latin typeface="Times New Roman"/>
              <a:cs typeface="Times New Roman"/>
            </a:endParaRPr>
          </a:p>
        </p:txBody>
      </p:sp>
      <p:sp>
        <p:nvSpPr>
          <p:cNvPr id="13" name="TextBox 12"/>
          <p:cNvSpPr txBox="1"/>
          <p:nvPr/>
        </p:nvSpPr>
        <p:spPr>
          <a:xfrm>
            <a:off x="694944" y="2423160"/>
            <a:ext cx="5760720" cy="3566160"/>
          </a:xfrm>
          <a:prstGeom prst="rect">
            <a:avLst/>
          </a:prstGeom>
          <a:noFill/>
        </p:spPr>
        <p:txBody>
          <a:bodyPr wrap="square" lIns="45720" tIns="27432" rIns="45720" bIns="27432" anchor="t">
            <a:spAutoFit/>
          </a:bodyPr>
          <a:lstStyle/>
          <a:p>
            <a:pPr algn="l">
              <a:spcBef>
                <a:spcPts val="0"/>
              </a:spcBef>
              <a:spcAft>
                <a:spcPts val="600"/>
              </a:spcAft>
            </a:pPr>
            <a:r>
              <a:rPr sz="1800" b="1" i="0">
                <a:solidFill>
                  <a:srgbClr val="0E5E5A"/>
                </a:solidFill>
                <a:latin typeface="Times New Roman"/>
                <a:cs typeface="Times New Roman"/>
              </a:rPr>
              <a:t>Demo walkthrough</a:t>
            </a:r>
          </a:p>
          <a:p>
            <a:pPr marL="228600" indent="-228600" algn="l">
              <a:spcBef>
                <a:spcPts val="0"/>
              </a:spcBef>
              <a:spcAft>
                <a:spcPts val="1000"/>
              </a:spcAft>
              <a:buClr>
                <a:srgbClr val="0070C0"/>
              </a:buClr>
              <a:buFont typeface="Wingdings" pitchFamily="2" charset="2"/>
              <a:buChar char="§"/>
            </a:pPr>
            <a:r>
              <a:rPr sz="1700" b="1" i="0" dirty="0">
                <a:solidFill>
                  <a:srgbClr val="222222"/>
                </a:solidFill>
                <a:latin typeface="Times New Roman"/>
                <a:cs typeface="Times New Roman"/>
              </a:rPr>
              <a:t>Overview:</a:t>
            </a:r>
            <a:r>
              <a:rPr sz="1700" b="0" i="0" dirty="0">
                <a:solidFill>
                  <a:srgbClr val="222222"/>
                </a:solidFill>
                <a:latin typeface="Times New Roman"/>
                <a:cs typeface="Times New Roman"/>
              </a:rPr>
              <a:t> executive KPIs and overall sentiment share</a:t>
            </a:r>
          </a:p>
          <a:p>
            <a:pPr marL="228600" indent="-228600" algn="l">
              <a:spcBef>
                <a:spcPts val="0"/>
              </a:spcBef>
              <a:spcAft>
                <a:spcPts val="1000"/>
              </a:spcAft>
              <a:buClr>
                <a:srgbClr val="0070C0"/>
              </a:buClr>
              <a:buFont typeface="Wingdings" pitchFamily="2" charset="2"/>
              <a:buChar char="§"/>
            </a:pPr>
            <a:r>
              <a:rPr sz="1700" b="1" i="0" dirty="0">
                <a:solidFill>
                  <a:srgbClr val="222222"/>
                </a:solidFill>
                <a:latin typeface="Times New Roman"/>
                <a:cs typeface="Times New Roman"/>
              </a:rPr>
              <a:t>Predictor:</a:t>
            </a:r>
            <a:r>
              <a:rPr sz="1700" b="0" i="0" dirty="0">
                <a:solidFill>
                  <a:srgbClr val="222222"/>
                </a:solidFill>
                <a:latin typeface="Times New Roman"/>
                <a:cs typeface="Times New Roman"/>
              </a:rPr>
              <a:t> live prediction with class probabilities and influential terms, plus the multi-model sandbox</a:t>
            </a:r>
          </a:p>
          <a:p>
            <a:pPr marL="228600" indent="-228600" algn="l">
              <a:spcBef>
                <a:spcPts val="0"/>
              </a:spcBef>
              <a:spcAft>
                <a:spcPts val="1000"/>
              </a:spcAft>
              <a:buClr>
                <a:srgbClr val="0070C0"/>
              </a:buClr>
              <a:buFont typeface="Wingdings" pitchFamily="2" charset="2"/>
              <a:buChar char="§"/>
            </a:pPr>
            <a:r>
              <a:rPr sz="1700" b="1" i="0" dirty="0">
                <a:solidFill>
                  <a:srgbClr val="222222"/>
                </a:solidFill>
                <a:latin typeface="Times New Roman"/>
                <a:cs typeface="Times New Roman"/>
              </a:rPr>
              <a:t>Batch Upload:</a:t>
            </a:r>
            <a:r>
              <a:rPr sz="1700" b="0" i="0" dirty="0">
                <a:solidFill>
                  <a:srgbClr val="222222"/>
                </a:solidFill>
                <a:latin typeface="Times New Roman"/>
                <a:cs typeface="Times New Roman"/>
              </a:rPr>
              <a:t> score CSV, XLSX or JSON review files</a:t>
            </a:r>
          </a:p>
          <a:p>
            <a:pPr marL="228600" indent="-228600" algn="l">
              <a:spcBef>
                <a:spcPts val="0"/>
              </a:spcBef>
              <a:spcAft>
                <a:spcPts val="1000"/>
              </a:spcAft>
              <a:buClr>
                <a:srgbClr val="0070C0"/>
              </a:buClr>
              <a:buFont typeface="Wingdings" pitchFamily="2" charset="2"/>
              <a:buChar char="§"/>
            </a:pPr>
            <a:r>
              <a:rPr sz="1700" b="1" i="0" dirty="0">
                <a:solidFill>
                  <a:srgbClr val="222222"/>
                </a:solidFill>
                <a:latin typeface="Times New Roman"/>
                <a:cs typeface="Times New Roman"/>
              </a:rPr>
              <a:t>Models and Analytics:</a:t>
            </a:r>
            <a:r>
              <a:rPr sz="1700" b="0" i="0" dirty="0">
                <a:solidFill>
                  <a:srgbClr val="222222"/>
                </a:solidFill>
                <a:latin typeface="Times New Roman"/>
                <a:cs typeface="Times New Roman"/>
              </a:rPr>
              <a:t> benchmark table, confusion matrices, diagnostic figures</a:t>
            </a:r>
          </a:p>
          <a:p>
            <a:pPr marL="228600" indent="-228600" algn="l">
              <a:spcBef>
                <a:spcPts val="0"/>
              </a:spcBef>
              <a:spcAft>
                <a:spcPts val="400"/>
              </a:spcAft>
              <a:buClr>
                <a:srgbClr val="0070C0"/>
              </a:buClr>
              <a:buFont typeface="Wingdings" pitchFamily="2" charset="2"/>
              <a:buChar char="§"/>
            </a:pPr>
            <a:r>
              <a:rPr sz="1700" b="1" i="0" dirty="0">
                <a:solidFill>
                  <a:srgbClr val="222222"/>
                </a:solidFill>
                <a:latin typeface="Times New Roman"/>
                <a:cs typeface="Times New Roman"/>
              </a:rPr>
              <a:t>Reports:</a:t>
            </a:r>
            <a:r>
              <a:rPr sz="1700" b="0" i="0" dirty="0">
                <a:solidFill>
                  <a:srgbClr val="222222"/>
                </a:solidFill>
                <a:latin typeface="Times New Roman"/>
                <a:cs typeface="Times New Roman"/>
              </a:rPr>
              <a:t> generate and export the executive report</a:t>
            </a:r>
          </a:p>
        </p:txBody>
      </p:sp>
      <p:sp>
        <p:nvSpPr>
          <p:cNvPr id="14" name="Rounded Rectangle 13"/>
          <p:cNvSpPr/>
          <p:nvPr/>
        </p:nvSpPr>
        <p:spPr>
          <a:xfrm>
            <a:off x="6766560" y="2468880"/>
            <a:ext cx="4114800" cy="2468880"/>
          </a:xfrm>
          <a:prstGeom prst="roundRect">
            <a:avLst>
              <a:gd name="adj" fmla="val 4000"/>
            </a:avLst>
          </a:prstGeom>
          <a:solidFill>
            <a:srgbClr val="12302F"/>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ctr"/>
          <a:lstStyle/>
          <a:p>
            <a:pPr algn="l">
              <a:spcBef>
                <a:spcPts val="0"/>
              </a:spcBef>
              <a:spcAft>
                <a:spcPts val="0"/>
              </a:spcAft>
            </a:pPr>
            <a:r>
              <a:rPr sz="1500" b="0" i="0">
                <a:solidFill>
                  <a:srgbClr val="7FCFC6"/>
                </a:solidFill>
                <a:latin typeface="Courier New"/>
                <a:cs typeface="Courier New"/>
              </a:rPr>
              <a:t># backend (port 8000)</a:t>
            </a:r>
          </a:p>
          <a:p>
            <a:pPr algn="l">
              <a:spcBef>
                <a:spcPts val="0"/>
              </a:spcBef>
              <a:spcAft>
                <a:spcPts val="1000"/>
              </a:spcAft>
            </a:pPr>
            <a:r>
              <a:rPr sz="1500" b="0" i="0">
                <a:solidFill>
                  <a:srgbClr val="FFFFFF"/>
                </a:solidFill>
                <a:latin typeface="Courier New"/>
                <a:cs typeface="Courier New"/>
              </a:rPr>
              <a:t>python server.py</a:t>
            </a:r>
          </a:p>
          <a:p>
            <a:pPr algn="l">
              <a:spcBef>
                <a:spcPts val="0"/>
              </a:spcBef>
              <a:spcAft>
                <a:spcPts val="0"/>
              </a:spcAft>
            </a:pPr>
            <a:r>
              <a:rPr sz="1500" b="0" i="0">
                <a:solidFill>
                  <a:srgbClr val="7FCFC6"/>
                </a:solidFill>
                <a:latin typeface="Courier New"/>
                <a:cs typeface="Courier New"/>
              </a:rPr>
              <a:t># frontend (port 5173)</a:t>
            </a:r>
          </a:p>
          <a:p>
            <a:pPr algn="l">
              <a:spcBef>
                <a:spcPts val="0"/>
              </a:spcBef>
              <a:spcAft>
                <a:spcPts val="0"/>
              </a:spcAft>
            </a:pPr>
            <a:r>
              <a:rPr sz="1500" b="0" i="0">
                <a:solidFill>
                  <a:srgbClr val="FFFFFF"/>
                </a:solidFill>
                <a:latin typeface="Courier New"/>
                <a:cs typeface="Courier New"/>
              </a:rPr>
              <a:t>cd frontend</a:t>
            </a:r>
          </a:p>
          <a:p>
            <a:pPr algn="l">
              <a:spcBef>
                <a:spcPts val="0"/>
              </a:spcBef>
              <a:spcAft>
                <a:spcPts val="0"/>
              </a:spcAft>
            </a:pPr>
            <a:r>
              <a:rPr sz="1500" b="0" i="0">
                <a:solidFill>
                  <a:srgbClr val="FFFFFF"/>
                </a:solidFill>
                <a:latin typeface="Courier New"/>
                <a:cs typeface="Courier New"/>
              </a:rPr>
              <a:t>npm install &amp;&amp; npm run dev</a:t>
            </a:r>
          </a:p>
        </p:txBody>
      </p:sp>
      <p:sp>
        <p:nvSpPr>
          <p:cNvPr id="15" name="TextBox 14"/>
          <p:cNvSpPr txBox="1"/>
          <p:nvPr/>
        </p:nvSpPr>
        <p:spPr>
          <a:xfrm>
            <a:off x="6766560" y="5029200"/>
            <a:ext cx="4114800" cy="365760"/>
          </a:xfrm>
          <a:prstGeom prst="rect">
            <a:avLst/>
          </a:prstGeom>
          <a:noFill/>
        </p:spPr>
        <p:txBody>
          <a:bodyPr wrap="square" lIns="45720" tIns="27432" rIns="45720" bIns="27432" anchor="t">
            <a:spAutoFit/>
          </a:bodyPr>
          <a:lstStyle/>
          <a:p>
            <a:pPr algn="l">
              <a:spcBef>
                <a:spcPts val="0"/>
              </a:spcBef>
              <a:spcAft>
                <a:spcPts val="400"/>
              </a:spcAft>
            </a:pPr>
            <a:r>
              <a:rPr sz="1300" b="0" i="1">
                <a:solidFill>
                  <a:srgbClr val="5A5A5A"/>
                </a:solidFill>
                <a:latin typeface="Times New Roman"/>
                <a:cs typeface="Times New Roman"/>
              </a:rPr>
              <a:t>Run locally, as in the report’s Appendix B</a:t>
            </a:r>
          </a:p>
        </p:txBody>
      </p:sp>
    </p:spTree>
    <p:custDataLst>
      <p:tags r:id="rId1"/>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3575050" y="2827655"/>
            <a:ext cx="4364355" cy="1202055"/>
          </a:xfrm>
        </p:spPr>
        <p:txBody>
          <a:bodyPr/>
          <a:lstStyle/>
          <a:p>
            <a:r>
              <a:rPr lang="en-US">
                <a:latin typeface="Times New Roman" panose="02020603050405020304" charset="0"/>
                <a:cs typeface="Times New Roman" panose="02020603050405020304" charset="0"/>
              </a:rPr>
              <a:t>Thank You!</a:t>
            </a:r>
          </a:p>
        </p:txBody>
      </p:sp>
      <p:sp>
        <p:nvSpPr>
          <p:cNvPr id="4" name="Slide Number Placeholder 3"/>
          <p:cNvSpPr>
            <a:spLocks noGrp="1"/>
          </p:cNvSpPr>
          <p:nvPr>
            <p:ph type="sldNum" sz="quarter" idx="12"/>
          </p:nvPr>
        </p:nvSpPr>
        <p:spPr/>
        <p:txBody>
          <a:bodyPr/>
          <a:lstStyle/>
          <a:p>
            <a:fld id="{BE5F26B5-172A-4DC2-B0B7-181CFC56B87C}" type="slidenum">
              <a:rPr lang="en-US" smtClean="0">
                <a:latin typeface="Times New Roman" panose="02020603050405020304" charset="0"/>
                <a:cs typeface="Times New Roman" panose="02020603050405020304" charset="0"/>
              </a:rPr>
              <a:t>15</a:t>
            </a:fld>
            <a:endParaRPr lang="en-US" smtClean="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3471"/>
</p:tagLst>
</file>

<file path=ppt/tags/tag2.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第二级&#10;第三级&#10;第四级&#10;第五级"/>
  <p:tag name="KSO_WM_UNIT_NOCLEAR" val="0"/>
  <p:tag name="KSO_WM_UNIT_VALUE" val="350"/>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347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0*i*3"/>
  <p:tag name="KSO_WM_UNIT_LAYERLEVEL" val="1"/>
  <p:tag name="KSO_WM_TAG_VERSION" val="3.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0*i*4"/>
  <p:tag name="KSO_WM_UNIT_LAYERLEVEL" val="1"/>
  <p:tag name="KSO_WM_TAG_VERSION" val="3.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0*i*5"/>
  <p:tag name="KSO_WM_UNIT_LAYERLEVEL" val="1"/>
  <p:tag name="KSO_WM_TAG_VERSION" val="3.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0*i*6"/>
  <p:tag name="KSO_WM_UNIT_LAYERLEVEL" val="1"/>
  <p:tag name="KSO_WM_TAG_VERSION" val="3.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0*i*7"/>
  <p:tag name="KSO_WM_UNIT_LAYERLEVEL" val="1"/>
  <p:tag name="KSO_WM_TAG_VERSION" val="3.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0*i*8"/>
  <p:tag name="KSO_WM_UNIT_LAYERLEVEL" val="1"/>
  <p:tag name="KSO_WM_TAG_VERSION" val="3.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0*i*9"/>
  <p:tag name="KSO_WM_UNIT_LAYERLEVEL" val="1"/>
  <p:tag name="KSO_WM_TAG_VERSION" val="3.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0*i*10"/>
  <p:tag name="KSO_WM_UNIT_LAYERLEVEL" val="1"/>
  <p:tag name="KSO_WM_TAG_VERSION" val="3.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SPECIAL_SOURCE" val="bdnull"/>
  <p:tag name="KSO_WM_TEMPLATE_THUMBS_INDEX" val="1、9"/>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471"/>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3.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i*8"/>
  <p:tag name="KSO_WM_UNIT_LAYERLEVEL" val="1"/>
  <p:tag name="KSO_WM_TAG_VERSION" val="3.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i*9"/>
  <p:tag name="KSO_WM_UNIT_LAYERLEVEL" val="1"/>
  <p:tag name="KSO_WM_TAG_VERSION" val="3.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1*i*10"/>
  <p:tag name="KSO_WM_UNIT_LAYERLEVEL" val="1"/>
  <p:tag name="KSO_WM_TAG_VERSION" val="3.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_1*i*11"/>
  <p:tag name="KSO_WM_UNIT_LAYERLEVEL" val="1"/>
  <p:tag name="KSO_WM_TAG_VERSION" val="3.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_1*i*12"/>
  <p:tag name="KSO_WM_UNIT_LAYERLEVEL" val="1"/>
  <p:tag name="KSO_WM_TAG_VERSION" val="3.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_1*i*13"/>
  <p:tag name="KSO_WM_UNIT_LAYERLEVEL" val="1"/>
  <p:tag name="KSO_WM_TAG_VERSION" val="3.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_1*i*14"/>
  <p:tag name="KSO_WM_UNIT_LAYERLEVEL" val="1"/>
  <p:tag name="KSO_WM_TAG_VERSION" val="3.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_1*i*15"/>
  <p:tag name="KSO_WM_UNIT_LAYERLEVEL" val="1"/>
  <p:tag name="KSO_WM_TAG_VERSION" val="3.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_1*i*16"/>
  <p:tag name="KSO_WM_UNIT_LAYERLEVEL" val="1"/>
  <p:tag name="KSO_WM_TAG_VERSION" val="3.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_1*i*17"/>
  <p:tag name="KSO_WM_UNIT_LAYERLEVEL" val="1"/>
  <p:tag name="KSO_WM_TAG_VERSION" val="3.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
  <p:tag name="KSO_WM_UNIT_ID" val="_1*i*18"/>
  <p:tag name="KSO_WM_UNIT_LAYERLEVEL" val="1"/>
  <p:tag name="KSO_WM_TAG_VERSION" val="3.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
  <p:tag name="KSO_WM_UNIT_ID" val="_1*i*19"/>
  <p:tag name="KSO_WM_UNIT_LAYERLEVEL" val="1"/>
  <p:tag name="KSO_WM_TAG_VERSION" val="3.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
  <p:tag name="KSO_WM_UNIT_ID" val="_1*i*20"/>
  <p:tag name="KSO_WM_UNIT_LAYERLEVEL" val="1"/>
  <p:tag name="KSO_WM_TAG_VERSION" val="3.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
  <p:tag name="KSO_WM_UNIT_ID" val="_1*i*21"/>
  <p:tag name="KSO_WM_UNIT_LAYERLEVEL" val="1"/>
  <p:tag name="KSO_WM_TAG_VERSION" val="3.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
  <p:tag name="KSO_WM_UNIT_ID" val="_1*i*22"/>
  <p:tag name="KSO_WM_UNIT_LAYERLEVEL" val="1"/>
  <p:tag name="KSO_WM_TAG_VERSION" val="3.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3"/>
  <p:tag name="KSO_WM_UNIT_ID" val="_1*i*23"/>
  <p:tag name="KSO_WM_UNIT_LAYERLEVEL" val="1"/>
  <p:tag name="KSO_WM_TAG_VERSION" val="3.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4"/>
  <p:tag name="KSO_WM_UNIT_ID" val="_1*i*24"/>
  <p:tag name="KSO_WM_UNIT_LAYERLEVEL" val="1"/>
  <p:tag name="KSO_WM_TAG_VERSION" val="3.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5"/>
  <p:tag name="KSO_WM_UNIT_ID" val="_1*i*25"/>
  <p:tag name="KSO_WM_UNIT_LAYERLEVEL" val="1"/>
  <p:tag name="KSO_WM_TAG_VERSION" val="3.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6"/>
  <p:tag name="KSO_WM_UNIT_ID" val="_1*i*26"/>
  <p:tag name="KSO_WM_UNIT_LAYERLEVEL" val="1"/>
  <p:tag name="KSO_WM_TAG_VERSION" val="3.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7"/>
  <p:tag name="KSO_WM_UNIT_ID" val="_1*i*27"/>
  <p:tag name="KSO_WM_UNIT_LAYERLEVEL" val="1"/>
  <p:tag name="KSO_WM_TAG_VERSION" val="3.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8"/>
  <p:tag name="KSO_WM_UNIT_ID" val="_1*i*28"/>
  <p:tag name="KSO_WM_UNIT_LAYERLEVEL" val="1"/>
  <p:tag name="KSO_WM_TAG_VERSION" val="3.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9"/>
  <p:tag name="KSO_WM_UNIT_ID" val="_1*i*29"/>
  <p:tag name="KSO_WM_UNIT_LAYERLEVEL" val="1"/>
  <p:tag name="KSO_WM_TAG_VERSION" val="3.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0"/>
  <p:tag name="KSO_WM_UNIT_ID" val="_1*i*30"/>
  <p:tag name="KSO_WM_UNIT_LAYERLEVEL" val="1"/>
  <p:tag name="KSO_WM_TAG_VERSION" val="3.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1"/>
  <p:tag name="KSO_WM_UNIT_ID" val="_1*i*31"/>
  <p:tag name="KSO_WM_UNIT_LAYERLEVEL" val="1"/>
  <p:tag name="KSO_WM_TAG_VERSION" val="3.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2"/>
  <p:tag name="KSO_WM_UNIT_ID" val="_1*i*32"/>
  <p:tag name="KSO_WM_UNIT_LAYERLEVEL" val="1"/>
  <p:tag name="KSO_WM_TAG_VERSION" val="3.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3"/>
  <p:tag name="KSO_WM_UNIT_ID" val="_1*i*33"/>
  <p:tag name="KSO_WM_UNIT_LAYERLEVEL" val="1"/>
  <p:tag name="KSO_WM_TAG_VERSION" val="3.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4"/>
  <p:tag name="KSO_WM_UNIT_ID" val="_1*i*34"/>
  <p:tag name="KSO_WM_UNIT_LAYERLEVEL" val="1"/>
  <p:tag name="KSO_WM_TAG_VERSION" val="3.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5"/>
  <p:tag name="KSO_WM_UNIT_ID" val="_1*i*35"/>
  <p:tag name="KSO_WM_UNIT_LAYERLEVEL" val="1"/>
  <p:tag name="KSO_WM_TAG_VERSION" val="3.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6"/>
  <p:tag name="KSO_WM_UNIT_ID" val="_1*i*36"/>
  <p:tag name="KSO_WM_UNIT_LAYERLEVEL" val="1"/>
  <p:tag name="KSO_WM_TAG_VERSION" val="3.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7"/>
  <p:tag name="KSO_WM_UNIT_ID" val="_1*i*37"/>
  <p:tag name="KSO_WM_UNIT_LAYERLEVEL" val="1"/>
  <p:tag name="KSO_WM_TAG_VERSION" val="3.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8"/>
  <p:tag name="KSO_WM_UNIT_ID" val="_1*i*38"/>
  <p:tag name="KSO_WM_UNIT_LAYERLEVEL" val="1"/>
  <p:tag name="KSO_WM_TAG_VERSION" val="3.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9"/>
  <p:tag name="KSO_WM_UNIT_ID" val="_1*i*39"/>
  <p:tag name="KSO_WM_UNIT_LAYERLEVEL" val="1"/>
  <p:tag name="KSO_WM_TAG_VERSION" val="3.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0"/>
  <p:tag name="KSO_WM_UNIT_ID" val="_1*i*40"/>
  <p:tag name="KSO_WM_UNIT_LAYERLEVEL" val="1"/>
  <p:tag name="KSO_WM_TAG_VERSION" val="3.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1"/>
  <p:tag name="KSO_WM_UNIT_ID" val="_1*i*41"/>
  <p:tag name="KSO_WM_UNIT_LAYERLEVEL" val="1"/>
  <p:tag name="KSO_WM_TAG_VERSION" val="3.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2"/>
  <p:tag name="KSO_WM_UNIT_ID" val="_1*i*42"/>
  <p:tag name="KSO_WM_UNIT_LAYERLEVEL" val="1"/>
  <p:tag name="KSO_WM_TAG_VERSION" val="3.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3"/>
  <p:tag name="KSO_WM_UNIT_ID" val="_1*i*43"/>
  <p:tag name="KSO_WM_UNIT_LAYERLEVEL" val="1"/>
  <p:tag name="KSO_WM_TAG_VERSION" val="3.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4"/>
  <p:tag name="KSO_WM_UNIT_ID" val="_1*i*44"/>
  <p:tag name="KSO_WM_UNIT_LAYERLEVEL" val="1"/>
  <p:tag name="KSO_WM_TAG_VERSION" val="3.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5"/>
  <p:tag name="KSO_WM_UNIT_ID" val="_1*i*45"/>
  <p:tag name="KSO_WM_UNIT_LAYERLEVEL" val="1"/>
  <p:tag name="KSO_WM_TAG_VERSION" val="3.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6"/>
  <p:tag name="KSO_WM_UNIT_ID" val="_1*i*46"/>
  <p:tag name="KSO_WM_UNIT_LAYERLEVEL" val="1"/>
  <p:tag name="KSO_WM_TAG_VERSION" val="3.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7"/>
  <p:tag name="KSO_WM_UNIT_ID" val="_1*i*47"/>
  <p:tag name="KSO_WM_UNIT_LAYERLEVEL" val="1"/>
  <p:tag name="KSO_WM_TAG_VERSION" val="3.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8"/>
  <p:tag name="KSO_WM_UNIT_ID" val="_1*i*48"/>
  <p:tag name="KSO_WM_UNIT_LAYERLEVEL" val="1"/>
  <p:tag name="KSO_WM_TAG_VERSION" val="3.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9"/>
  <p:tag name="KSO_WM_UNIT_ID" val="_1*i*49"/>
  <p:tag name="KSO_WM_UNIT_LAYERLEVEL" val="1"/>
  <p:tag name="KSO_WM_TAG_VERSION" val="3.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0"/>
  <p:tag name="KSO_WM_UNIT_ID" val="_1*i*50"/>
  <p:tag name="KSO_WM_UNIT_LAYERLEVEL" val="1"/>
  <p:tag name="KSO_WM_TAG_VERSION" val="3.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1"/>
  <p:tag name="KSO_WM_UNIT_ID" val="_1*i*51"/>
  <p:tag name="KSO_WM_UNIT_LAYERLEVEL" val="1"/>
  <p:tag name="KSO_WM_TAG_VERSION" val="3.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2"/>
  <p:tag name="KSO_WM_UNIT_ID" val="_1*i*52"/>
  <p:tag name="KSO_WM_UNIT_LAYERLEVEL" val="1"/>
  <p:tag name="KSO_WM_TAG_VERSION" val="3.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_1*f*4"/>
  <p:tag name="KSO_WM_UNIT_LAYERLEVEL" val="1"/>
  <p:tag name="KSO_WM_TAG_VERSION" val="3.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3*i*2"/>
  <p:tag name="KSO_WM_UNIT_LAYERLEVEL" val="1"/>
  <p:tag name="KSO_WM_TAG_VERSION" val="3.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3*i*3"/>
  <p:tag name="KSO_WM_UNIT_LAYERLEVEL" val="1"/>
  <p:tag name="KSO_WM_TAG_VERSION" val="3.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3*i*4"/>
  <p:tag name="KSO_WM_UNIT_LAYERLEVEL" val="1"/>
  <p:tag name="KSO_WM_TAG_VERSION" val="3.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3*i*5"/>
  <p:tag name="KSO_WM_UNIT_LAYERLEVEL" val="1"/>
  <p:tag name="KSO_WM_TAG_VERSION" val="3.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3*i*6"/>
  <p:tag name="KSO_WM_UNIT_LAYERLEVEL" val="1"/>
  <p:tag name="KSO_WM_TAG_VERSION" val="3.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3*i*7"/>
  <p:tag name="KSO_WM_UNIT_LAYERLEVEL" val="1"/>
  <p:tag name="KSO_WM_TAG_VERSION" val="3.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3*i*8"/>
  <p:tag name="KSO_WM_UNIT_LAYERLEVEL" val="1"/>
  <p:tag name="KSO_WM_TAG_VERSION" val="3.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3*i*9"/>
  <p:tag name="KSO_WM_UNIT_LAYERLEVEL" val="1"/>
  <p:tag name="KSO_WM_TAG_VERSION" val="3.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3*i*10"/>
  <p:tag name="KSO_WM_UNIT_LAYERLEVEL" val="1"/>
  <p:tag name="KSO_WM_TAG_VERSION" val="3.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_3*i*11"/>
  <p:tag name="KSO_WM_UNIT_LAYERLEVEL" val="1"/>
  <p:tag name="KSO_WM_TAG_VERSION" val="3.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_3*i*12"/>
  <p:tag name="KSO_WM_UNIT_LAYERLEVEL" val="1"/>
  <p:tag name="KSO_WM_TAG_VERSION" val="3.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_3*i*13"/>
  <p:tag name="KSO_WM_UNIT_LAYERLEVEL" val="1"/>
  <p:tag name="KSO_WM_TAG_VERSION" val="3.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_3*i*14"/>
  <p:tag name="KSO_WM_UNIT_LAYERLEVEL" val="1"/>
  <p:tag name="KSO_WM_TAG_VERSION" val="3.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_3*i*15"/>
  <p:tag name="KSO_WM_UNIT_LAYERLEVEL" val="1"/>
  <p:tag name="KSO_WM_TAG_VERSION" val="3.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_3*i*16"/>
  <p:tag name="KSO_WM_UNIT_LAYERLEVEL" val="1"/>
  <p:tag name="KSO_WM_TAG_VERSION" val="3.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_3*i*17"/>
  <p:tag name="KSO_WM_UNIT_LAYERLEVEL" val="1"/>
  <p:tag name="KSO_WM_TAG_VERSION" val="3.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
  <p:tag name="KSO_WM_UNIT_ID" val="_3*i*18"/>
  <p:tag name="KSO_WM_UNIT_LAYERLEVEL" val="1"/>
  <p:tag name="KSO_WM_TAG_VERSION" val="3.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
  <p:tag name="KSO_WM_UNIT_ID" val="_3*i*19"/>
  <p:tag name="KSO_WM_UNIT_LAYERLEVEL" val="1"/>
  <p:tag name="KSO_WM_TAG_VERSION" val="3.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
  <p:tag name="KSO_WM_UNIT_ID" val="_3*i*20"/>
  <p:tag name="KSO_WM_UNIT_LAYERLEVEL" val="1"/>
  <p:tag name="KSO_WM_TAG_VERSION" val="3.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
  <p:tag name="KSO_WM_UNIT_ID" val="_3*i*21"/>
  <p:tag name="KSO_WM_UNIT_LAYERLEVEL" val="1"/>
  <p:tag name="KSO_WM_TAG_VERSION" val="3.0"/>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
  <p:tag name="KSO_WM_UNIT_ID" val="_3*i*22"/>
  <p:tag name="KSO_WM_UNIT_LAYERLEVEL" val="1"/>
  <p:tag name="KSO_WM_TAG_VERSION" val="3.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3"/>
  <p:tag name="KSO_WM_UNIT_ID" val="_3*i*23"/>
  <p:tag name="KSO_WM_UNIT_LAYERLEVEL" val="1"/>
  <p:tag name="KSO_WM_TAG_VERSION" val="3.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4"/>
  <p:tag name="KSO_WM_UNIT_ID" val="_3*i*24"/>
  <p:tag name="KSO_WM_UNIT_LAYERLEVEL" val="1"/>
  <p:tag name="KSO_WM_TAG_VERSION" val="3.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5"/>
  <p:tag name="KSO_WM_UNIT_ID" val="_3*i*25"/>
  <p:tag name="KSO_WM_UNIT_LAYERLEVEL" val="1"/>
  <p:tag name="KSO_WM_TAG_VERSION" val="3.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6"/>
  <p:tag name="KSO_WM_UNIT_ID" val="_3*i*26"/>
  <p:tag name="KSO_WM_UNIT_LAYERLEVEL" val="1"/>
  <p:tag name="KSO_WM_TAG_VERSION" val="3.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7"/>
  <p:tag name="KSO_WM_UNIT_ID" val="_3*i*27"/>
  <p:tag name="KSO_WM_UNIT_LAYERLEVEL" val="1"/>
  <p:tag name="KSO_WM_TAG_VERSION" val="3.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8"/>
  <p:tag name="KSO_WM_UNIT_ID" val="_3*i*28"/>
  <p:tag name="KSO_WM_UNIT_LAYERLEVEL" val="1"/>
  <p:tag name="KSO_WM_TAG_VERSION" val="3.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UNIT_ISCONTENTSTITLE" val="1"/>
  <p:tag name="KSO_WM_UNIT_ISNUMDGMTITLE" val="0"/>
  <p:tag name="KSO_WM_UNIT_PRESET_TEXT" val="标题"/>
  <p:tag name="KSO_WM_UNIT_NOCLEAR" val="0"/>
  <p:tag name="KSO_WM_UNIT_VALUE" val="3"/>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4*i*4"/>
  <p:tag name="KSO_WM_UNIT_LAYERLEVEL" val="1"/>
  <p:tag name="KSO_WM_TAG_VERSION" val="3.0"/>
  <p:tag name="KSO_WM_BEAUTIFY_FLAG" val="#wm#"/>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4*i*5"/>
  <p:tag name="KSO_WM_UNIT_LAYERLEVEL" val="1"/>
  <p:tag name="KSO_WM_TAG_VERSION" val="3.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4*i*7"/>
  <p:tag name="KSO_WM_UNIT_LAYERLEVEL" val="1"/>
  <p:tag name="KSO_WM_TAG_VERSION" val="3.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4*i*8"/>
  <p:tag name="KSO_WM_UNIT_LAYERLEVEL" val="1"/>
  <p:tag name="KSO_WM_TAG_VERSION" val="3.0"/>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4*i*9"/>
  <p:tag name="KSO_WM_UNIT_LAYERLEVEL" val="1"/>
  <p:tag name="KSO_WM_TAG_VERSION" val="3.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4*i*10"/>
  <p:tag name="KSO_WM_UNIT_LAYERLEVEL" val="1"/>
  <p:tag name="KSO_WM_TAG_VERSION" val="3.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_4*i*11"/>
  <p:tag name="KSO_WM_UNIT_LAYERLEVEL" val="1"/>
  <p:tag name="KSO_WM_TAG_VERSION" val="3.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_4*i*12"/>
  <p:tag name="KSO_WM_UNIT_LAYERLEVEL" val="1"/>
  <p:tag name="KSO_WM_TAG_VERSION" val="3.0"/>
  <p:tag name="KSO_WM_BEAUTIFY_FLAG" val="#wm#"/>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_4*i*13"/>
  <p:tag name="KSO_WM_UNIT_LAYERLEVEL" val="1"/>
  <p:tag name="KSO_WM_TAG_VERSION" val="3.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_4*i*14"/>
  <p:tag name="KSO_WM_UNIT_LAYERLEVEL" val="1"/>
  <p:tag name="KSO_WM_TAG_VERSION" val="3.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_4*i*15"/>
  <p:tag name="KSO_WM_UNIT_LAYERLEVEL" val="1"/>
  <p:tag name="KSO_WM_TAG_VERSION" val="3.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_4*i*16"/>
  <p:tag name="KSO_WM_UNIT_LAYERLEVEL" val="1"/>
  <p:tag name="KSO_WM_TAG_VERSION" val="3.0"/>
  <p:tag name="KSO_WM_BEAUTIFY_FLAG" val="#wm#"/>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_4*i*17"/>
  <p:tag name="KSO_WM_UNIT_LAYERLEVEL" val="1"/>
  <p:tag name="KSO_WM_TAG_VERSION" val="3.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
  <p:tag name="KSO_WM_UNIT_ID" val="_4*i*18"/>
  <p:tag name="KSO_WM_UNIT_LAYERLEVEL" val="1"/>
  <p:tag name="KSO_WM_TAG_VERSION" val="3.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
  <p:tag name="KSO_WM_UNIT_ID" val="_4*i*19"/>
  <p:tag name="KSO_WM_UNIT_LAYERLEVEL" val="1"/>
  <p:tag name="KSO_WM_TAG_VERSION" val="3.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
  <p:tag name="KSO_WM_UNIT_ID" val="_4*i*20"/>
  <p:tag name="KSO_WM_UNIT_LAYERLEVEL" val="1"/>
  <p:tag name="KSO_WM_TAG_VERSION" val="3.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
  <p:tag name="KSO_WM_UNIT_ID" val="_4*i*21"/>
  <p:tag name="KSO_WM_UNIT_LAYERLEVEL" val="1"/>
  <p:tag name="KSO_WM_TAG_VERSION" val="3.0"/>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
  <p:tag name="KSO_WM_UNIT_ID" val="_4*i*22"/>
  <p:tag name="KSO_WM_UNIT_LAYERLEVEL" val="1"/>
  <p:tag name="KSO_WM_TAG_VERSION" val="3.0"/>
  <p:tag name="KSO_WM_BEAUTIFY_FLAG" val="#wm#"/>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3"/>
  <p:tag name="KSO_WM_UNIT_ID" val="_4*i*23"/>
  <p:tag name="KSO_WM_UNIT_LAYERLEVEL" val="1"/>
  <p:tag name="KSO_WM_TAG_VERSION" val="3.0"/>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4"/>
  <p:tag name="KSO_WM_UNIT_ID" val="_4*i*24"/>
  <p:tag name="KSO_WM_UNIT_LAYERLEVEL" val="1"/>
  <p:tag name="KSO_WM_TAG_VERSION" val="3.0"/>
  <p:tag name="KSO_WM_BEAUTIFY_FLAG" val="#wm#"/>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5"/>
  <p:tag name="KSO_WM_UNIT_ID" val="_4*i*25"/>
  <p:tag name="KSO_WM_UNIT_LAYERLEVEL" val="1"/>
  <p:tag name="KSO_WM_TAG_VERSION" val="3.0"/>
  <p:tag name="KSO_WM_BEAUTIFY_FLAG" val="#wm#"/>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6"/>
  <p:tag name="KSO_WM_UNIT_ID" val="_4*i*26"/>
  <p:tag name="KSO_WM_UNIT_LAYERLEVEL" val="1"/>
  <p:tag name="KSO_WM_TAG_VERSION" val="3.0"/>
  <p:tag name="KSO_WM_BEAUTIFY_FLAG" val="#wm#"/>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7"/>
  <p:tag name="KSO_WM_UNIT_ID" val="_4*i*27"/>
  <p:tag name="KSO_WM_UNIT_LAYERLEVEL" val="1"/>
  <p:tag name="KSO_WM_TAG_VERSION" val="3.0"/>
  <p:tag name="KSO_WM_BEAUTIFY_FLAG" val="#wm#"/>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8"/>
  <p:tag name="KSO_WM_UNIT_ID" val="_4*i*28"/>
  <p:tag name="KSO_WM_UNIT_LAYERLEVEL" val="1"/>
  <p:tag name="KSO_WM_TAG_VERSION" val="3.0"/>
  <p:tag name="KSO_WM_BEAUTIFY_FLAG" val="#wm#"/>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9"/>
  <p:tag name="KSO_WM_UNIT_ID" val="_4*i*29"/>
  <p:tag name="KSO_WM_UNIT_LAYERLEVEL" val="1"/>
  <p:tag name="KSO_WM_TAG_VERSION" val="3.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0"/>
  <p:tag name="KSO_WM_UNIT_ID" val="_4*i*30"/>
  <p:tag name="KSO_WM_UNIT_LAYERLEVEL" val="1"/>
  <p:tag name="KSO_WM_TAG_VERSION" val="3.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1"/>
  <p:tag name="KSO_WM_UNIT_ID" val="_4*i*31"/>
  <p:tag name="KSO_WM_UNIT_LAYERLEVEL" val="1"/>
  <p:tag name="KSO_WM_TAG_VERSION" val="3.0"/>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2"/>
  <p:tag name="KSO_WM_UNIT_ID" val="_4*i*32"/>
  <p:tag name="KSO_WM_UNIT_LAYERLEVEL" val="1"/>
  <p:tag name="KSO_WM_TAG_VERSION" val="3.0"/>
  <p:tag name="KSO_WM_BEAUTIFY_FLAG" val="#wm#"/>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3"/>
  <p:tag name="KSO_WM_UNIT_ID" val="_4*i*33"/>
  <p:tag name="KSO_WM_UNIT_LAYERLEVEL" val="1"/>
  <p:tag name="KSO_WM_TAG_VERSION" val="3.0"/>
  <p:tag name="KSO_WM_BEAUTIFY_FLAG" val="#wm#"/>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4"/>
  <p:tag name="KSO_WM_UNIT_ID" val="_4*i*34"/>
  <p:tag name="KSO_WM_UNIT_LAYERLEVEL" val="1"/>
  <p:tag name="KSO_WM_TAG_VERSION" val="3.0"/>
  <p:tag name="KSO_WM_BEAUTIFY_FLAG" val="#wm#"/>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5"/>
  <p:tag name="KSO_WM_UNIT_ID" val="_4*i*35"/>
  <p:tag name="KSO_WM_UNIT_LAYERLEVEL" val="1"/>
  <p:tag name="KSO_WM_TAG_VERSION" val="3.0"/>
  <p:tag name="KSO_WM_BEAUTIFY_FLAG" val="#wm#"/>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6"/>
  <p:tag name="KSO_WM_UNIT_ID" val="_4*i*36"/>
  <p:tag name="KSO_WM_UNIT_LAYERLEVEL" val="1"/>
  <p:tag name="KSO_WM_TAG_VERSION" val="3.0"/>
  <p:tag name="KSO_WM_BEAUTIFY_FLAG" val="#wm#"/>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7"/>
  <p:tag name="KSO_WM_UNIT_ID" val="_4*i*37"/>
  <p:tag name="KSO_WM_UNIT_LAYERLEVEL" val="1"/>
  <p:tag name="KSO_WM_TAG_VERSION" val="3.0"/>
  <p:tag name="KSO_WM_BEAUTIFY_FLAG" val="#wm#"/>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8"/>
  <p:tag name="KSO_WM_UNIT_ID" val="_4*i*38"/>
  <p:tag name="KSO_WM_UNIT_LAYERLEVEL" val="1"/>
  <p:tag name="KSO_WM_TAG_VERSION" val="3.0"/>
  <p:tag name="KSO_WM_BEAUTIFY_FLAG" val="#wm#"/>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9"/>
  <p:tag name="KSO_WM_UNIT_ID" val="_4*i*39"/>
  <p:tag name="KSO_WM_UNIT_LAYERLEVEL" val="1"/>
  <p:tag name="KSO_WM_TAG_VERSION" val="3.0"/>
  <p:tag name="KSO_WM_BEAUTIFY_FLAG" val="#wm#"/>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0"/>
  <p:tag name="KSO_WM_UNIT_ID" val="_4*i*40"/>
  <p:tag name="KSO_WM_UNIT_LAYERLEVEL" val="1"/>
  <p:tag name="KSO_WM_TAG_VERSION" val="3.0"/>
  <p:tag name="KSO_WM_BEAUTIFY_FLAG" val="#wm#"/>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1"/>
  <p:tag name="KSO_WM_UNIT_ID" val="_4*i*41"/>
  <p:tag name="KSO_WM_UNIT_LAYERLEVEL" val="1"/>
  <p:tag name="KSO_WM_TAG_VERSION" val="3.0"/>
  <p:tag name="KSO_WM_BEAUTIFY_FLAG" val="#wm#"/>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2"/>
  <p:tag name="KSO_WM_UNIT_ID" val="_4*i*42"/>
  <p:tag name="KSO_WM_UNIT_LAYERLEVEL" val="1"/>
  <p:tag name="KSO_WM_TAG_VERSION" val="3.0"/>
  <p:tag name="KSO_WM_BEAUTIFY_FLAG" val="#wm#"/>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4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4*i*2"/>
  <p:tag name="KSO_WM_UNIT_LAYERLEVEL" val="1"/>
  <p:tag name="KSO_WM_TAG_VERSION" val="3.0"/>
  <p:tag name="KSO_WM_BEAUTIFY_FLAG" val="#wm#"/>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7"/>
  <p:tag name="KSO_WM_UNIT_ID" val="_4*i*27"/>
  <p:tag name="KSO_WM_UNIT_LAYERLEVEL" val="1"/>
  <p:tag name="KSO_WM_TAG_VERSION" val="3.0"/>
  <p:tag name="KSO_WM_BEAUTIFY_FLAG" val="#wm#"/>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8"/>
  <p:tag name="KSO_WM_UNIT_ID" val="_4*i*28"/>
  <p:tag name="KSO_WM_UNIT_LAYERLEVEL" val="1"/>
  <p:tag name="KSO_WM_TAG_VERSION" val="3.0"/>
  <p:tag name="KSO_WM_BEAUTIFY_FLAG" val="#wm#"/>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156.xml><?xml version="1.0" encoding="utf-8"?>
<p:tagLst xmlns:a="http://schemas.openxmlformats.org/drawingml/2006/main" xmlns:r="http://schemas.openxmlformats.org/officeDocument/2006/relationships" xmlns:p="http://schemas.openxmlformats.org/presentationml/2006/main">
  <p:tag name="KSO_WM_UNIT_PRESET_TEXT" val="节编号"/>
  <p:tag name="KSO_WM_UNIT_NOCLEAR" val="0"/>
  <p:tag name="KSO_WM_UNIT_VALUE" val="13"/>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15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Lst>
</file>

<file path=ppt/tags/tag158.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17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Lst>
</file>

<file path=ppt/tags/tag159.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1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Lst>
</file>

<file path=ppt/tags/tag1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6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164.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Lst>
</file>

<file path=ppt/tags/tag16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166.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7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Lst>
</file>

<file path=ppt/tags/tag17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1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78.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96"/>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9*i*1"/>
  <p:tag name="KSO_WM_UNIT_LAYERLEVEL" val="1"/>
  <p:tag name="KSO_WM_TAG_VERSION" val="3.0"/>
  <p:tag name="KSO_WM_BEAUTIFY_FLAG" val="#wm#"/>
</p:tagLst>
</file>

<file path=ppt/tags/tag1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9*i*2"/>
  <p:tag name="KSO_WM_UNIT_LAYERLEVEL" val="1"/>
  <p:tag name="KSO_WM_TAG_VERSION" val="3.0"/>
  <p:tag name="KSO_WM_BEAUTIFY_FLAG" val="#wm#"/>
</p:tagLst>
</file>

<file path=ppt/tags/tag1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9*i*3"/>
  <p:tag name="KSO_WM_UNIT_LAYERLEVEL" val="1"/>
  <p:tag name="KSO_WM_TAG_VERSION" val="3.0"/>
  <p:tag name="KSO_WM_BEAUTIFY_FLAG" val="#wm#"/>
</p:tagLst>
</file>

<file path=ppt/tags/tag1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9*i*4"/>
  <p:tag name="KSO_WM_UNIT_LAYERLEVEL" val="1"/>
  <p:tag name="KSO_WM_TAG_VERSION" val="3.0"/>
  <p:tag name="KSO_WM_BEAUTIFY_FLAG" val="#wm#"/>
</p:tagLst>
</file>

<file path=ppt/tags/tag1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9*i*5"/>
  <p:tag name="KSO_WM_UNIT_LAYERLEVEL" val="1"/>
  <p:tag name="KSO_WM_TAG_VERSION" val="3.0"/>
  <p:tag name="KSO_WM_BEAUTIFY_FLAG" val="#wm#"/>
</p:tagLst>
</file>

<file path=ppt/tags/tag1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9*i*6"/>
  <p:tag name="KSO_WM_UNIT_LAYERLEVEL" val="1"/>
  <p:tag name="KSO_WM_TAG_VERSION" val="3.0"/>
  <p:tag name="KSO_WM_BEAUTIFY_FLAG" val="#wm#"/>
</p:tagLst>
</file>

<file path=ppt/tags/tag1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9*i*7"/>
  <p:tag name="KSO_WM_UNIT_LAYERLEVEL" val="1"/>
  <p:tag name="KSO_WM_TAG_VERSION" val="3.0"/>
  <p:tag name="KSO_WM_BEAUTIFY_FLAG" val="#wm#"/>
</p:tagLst>
</file>

<file path=ppt/tags/tag1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9*i*8"/>
  <p:tag name="KSO_WM_UNIT_LAYERLEVEL" val="1"/>
  <p:tag name="KSO_WM_TAG_VERSION" val="3.0"/>
  <p:tag name="KSO_WM_BEAUTIFY_FLAG" val="#wm#"/>
</p:tagLst>
</file>

<file path=ppt/tags/tag1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9*i*9"/>
  <p:tag name="KSO_WM_UNIT_LAYERLEVEL" val="1"/>
  <p:tag name="KSO_WM_TAG_VERSION" val="3.0"/>
  <p:tag name="KSO_WM_BEAUTIFY_FLAG" val="#wm#"/>
</p:tagLst>
</file>

<file path=ppt/tags/tag1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9*i*10"/>
  <p:tag name="KSO_WM_UNIT_LAYERLEVEL" val="1"/>
  <p:tag name="KSO_WM_TAG_VERSION" val="3.0"/>
  <p:tag name="KSO_WM_BEAUTIFY_FLAG" val="#wm#"/>
</p:tagLst>
</file>

<file path=ppt/tags/tag19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Lst>
</file>

<file path=ppt/tags/tag19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40"/>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Lst>
</file>

<file path=ppt/tags/tag1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3.0"/>
  <p:tag name="KSO_WM_BEAUTIFY_FLAG" val="#wm#"/>
</p:tagLst>
</file>

<file path=ppt/tags/tag1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1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1*i*4"/>
  <p:tag name="KSO_WM_UNIT_LAYERLEVEL" val="1"/>
  <p:tag name="KSO_WM_TAG_VERSION" val="3.0"/>
  <p:tag name="KSO_WM_BEAUTIFY_FLAG" val="#wm#"/>
</p:tagLst>
</file>

<file path=ppt/tags/tag2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1*i*5"/>
  <p:tag name="KSO_WM_UNIT_LAYERLEVEL" val="1"/>
  <p:tag name="KSO_WM_TAG_VERSION" val="3.0"/>
  <p:tag name="KSO_WM_BEAUTIFY_FLAG" val="#wm#"/>
</p:tagLst>
</file>

<file path=ppt/tags/tag2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11*i*6"/>
  <p:tag name="KSO_WM_UNIT_LAYERLEVEL" val="1"/>
  <p:tag name="KSO_WM_TAG_VERSION" val="3.0"/>
  <p:tag name="KSO_WM_BEAUTIFY_FLAG" val="#wm#"/>
</p:tagLst>
</file>

<file path=ppt/tags/tag2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11*i*7"/>
  <p:tag name="KSO_WM_UNIT_LAYERLEVEL" val="1"/>
  <p:tag name="KSO_WM_TAG_VERSION" val="3.0"/>
  <p:tag name="KSO_WM_BEAUTIFY_FLAG" val="#wm#"/>
</p:tagLst>
</file>

<file path=ppt/tags/tag2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1*i*8"/>
  <p:tag name="KSO_WM_UNIT_LAYERLEVEL" val="1"/>
  <p:tag name="KSO_WM_TAG_VERSION" val="3.0"/>
  <p:tag name="KSO_WM_BEAUTIFY_FLAG" val="#wm#"/>
</p:tagLst>
</file>

<file path=ppt/tags/tag2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1*i*9"/>
  <p:tag name="KSO_WM_UNIT_LAYERLEVEL" val="1"/>
  <p:tag name="KSO_WM_TAG_VERSION" val="3.0"/>
  <p:tag name="KSO_WM_BEAUTIFY_FLAG" val="#wm#"/>
</p:tagLst>
</file>

<file path=ppt/tags/tag2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11*i*10"/>
  <p:tag name="KSO_WM_UNIT_LAYERLEVEL" val="1"/>
  <p:tag name="KSO_WM_TAG_VERSION" val="3.0"/>
  <p:tag name="KSO_WM_BEAUTIFY_FLAG" val="#wm#"/>
</p:tagLst>
</file>

<file path=ppt/tags/tag2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_11*i*11"/>
  <p:tag name="KSO_WM_UNIT_LAYERLEVEL" val="1"/>
  <p:tag name="KSO_WM_TAG_VERSION" val="3.0"/>
  <p:tag name="KSO_WM_BEAUTIFY_FLAG" val="#wm#"/>
</p:tagLst>
</file>

<file path=ppt/tags/tag2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_11*i*12"/>
  <p:tag name="KSO_WM_UNIT_LAYERLEVEL" val="1"/>
  <p:tag name="KSO_WM_TAG_VERSION" val="3.0"/>
  <p:tag name="KSO_WM_BEAUTIFY_FLAG" val="#wm#"/>
</p:tagLst>
</file>

<file path=ppt/tags/tag2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_11*i*13"/>
  <p:tag name="KSO_WM_UNIT_LAYERLEVEL" val="1"/>
  <p:tag name="KSO_WM_TAG_VERSION" val="3.0"/>
  <p:tag name="KSO_WM_BEAUTIFY_FLAG" val="#wm#"/>
</p:tagLst>
</file>

<file path=ppt/tags/tag2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_11*i*14"/>
  <p:tag name="KSO_WM_UNIT_LAYERLEVEL" val="1"/>
  <p:tag name="KSO_WM_TAG_VERSION" val="3.0"/>
  <p:tag name="KSO_WM_BEAUTIFY_FLAG" val="#wm#"/>
</p:tagLst>
</file>

<file path=ppt/tags/tag2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_11*i*15"/>
  <p:tag name="KSO_WM_UNIT_LAYERLEVEL" val="1"/>
  <p:tag name="KSO_WM_TAG_VERSION" val="3.0"/>
  <p:tag name="KSO_WM_BEAUTIFY_FLAG" val="#wm#"/>
</p:tagLst>
</file>

<file path=ppt/tags/tag2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_11*i*16"/>
  <p:tag name="KSO_WM_UNIT_LAYERLEVEL" val="1"/>
  <p:tag name="KSO_WM_TAG_VERSION" val="3.0"/>
  <p:tag name="KSO_WM_BEAUTIFY_FLAG" val="#wm#"/>
</p:tagLst>
</file>

<file path=ppt/tags/tag2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_11*i*17"/>
  <p:tag name="KSO_WM_UNIT_LAYERLEVEL" val="1"/>
  <p:tag name="KSO_WM_TAG_VERSION" val="3.0"/>
  <p:tag name="KSO_WM_BEAUTIFY_FLAG" val="#wm#"/>
</p:tagLst>
</file>

<file path=ppt/tags/tag2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
  <p:tag name="KSO_WM_UNIT_ID" val="_11*i*18"/>
  <p:tag name="KSO_WM_UNIT_LAYERLEVEL" val="1"/>
  <p:tag name="KSO_WM_TAG_VERSION" val="3.0"/>
  <p:tag name="KSO_WM_BEAUTIFY_FLAG" val="#wm#"/>
</p:tagLst>
</file>

<file path=ppt/tags/tag2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
  <p:tag name="KSO_WM_UNIT_ID" val="_11*i*19"/>
  <p:tag name="KSO_WM_UNIT_LAYERLEVEL" val="1"/>
  <p:tag name="KSO_WM_TAG_VERSION" val="3.0"/>
  <p:tag name="KSO_WM_BEAUTIFY_FLAG" val="#wm#"/>
</p:tagLst>
</file>

<file path=ppt/tags/tag2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
  <p:tag name="KSO_WM_UNIT_ID" val="_11*i*20"/>
  <p:tag name="KSO_WM_UNIT_LAYERLEVEL" val="1"/>
  <p:tag name="KSO_WM_TAG_VERSION" val="3.0"/>
  <p:tag name="KSO_WM_BEAUTIFY_FLAG" val="#wm#"/>
</p:tagLst>
</file>

<file path=ppt/tags/tag2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
  <p:tag name="KSO_WM_UNIT_ID" val="_11*i*21"/>
  <p:tag name="KSO_WM_UNIT_LAYERLEVEL" val="1"/>
  <p:tag name="KSO_WM_TAG_VERSION" val="3.0"/>
  <p:tag name="KSO_WM_BEAUTIFY_FLAG" val="#wm#"/>
</p:tagLst>
</file>

<file path=ppt/tags/tag2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
  <p:tag name="KSO_WM_UNIT_ID" val="_11*i*22"/>
  <p:tag name="KSO_WM_UNIT_LAYERLEVEL" val="1"/>
  <p:tag name="KSO_WM_TAG_VERSION" val="3.0"/>
  <p:tag name="KSO_WM_BEAUTIFY_FLAG" val="#wm#"/>
</p:tagLst>
</file>

<file path=ppt/tags/tag2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3"/>
  <p:tag name="KSO_WM_UNIT_ID" val="_11*i*23"/>
  <p:tag name="KSO_WM_UNIT_LAYERLEVEL" val="1"/>
  <p:tag name="KSO_WM_TAG_VERSION" val="3.0"/>
  <p:tag name="KSO_WM_BEAUTIFY_FLAG" val="#wm#"/>
</p:tagLst>
</file>

<file path=ppt/tags/tag2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4"/>
  <p:tag name="KSO_WM_UNIT_ID" val="_11*i*24"/>
  <p:tag name="KSO_WM_UNIT_LAYERLEVEL" val="1"/>
  <p:tag name="KSO_WM_TAG_VERSION" val="3.0"/>
  <p:tag name="KSO_WM_BEAUTIFY_FLAG" val="#wm#"/>
</p:tagLst>
</file>

<file path=ppt/tags/tag2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5"/>
  <p:tag name="KSO_WM_UNIT_ID" val="_11*i*25"/>
  <p:tag name="KSO_WM_UNIT_LAYERLEVEL" val="1"/>
  <p:tag name="KSO_WM_TAG_VERSION" val="3.0"/>
  <p:tag name="KSO_WM_BEAUTIFY_FLAG" val="#wm#"/>
</p:tagLst>
</file>

<file path=ppt/tags/tag2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6"/>
  <p:tag name="KSO_WM_UNIT_ID" val="_11*i*26"/>
  <p:tag name="KSO_WM_UNIT_LAYERLEVEL" val="1"/>
  <p:tag name="KSO_WM_TAG_VERSION" val="3.0"/>
  <p:tag name="KSO_WM_BEAUTIFY_FLAG" val="#wm#"/>
</p:tagLst>
</file>

<file path=ppt/tags/tag2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7"/>
  <p:tag name="KSO_WM_UNIT_ID" val="_11*i*27"/>
  <p:tag name="KSO_WM_UNIT_LAYERLEVEL" val="1"/>
  <p:tag name="KSO_WM_TAG_VERSION" val="3.0"/>
  <p:tag name="KSO_WM_BEAUTIFY_FLAG" val="#wm#"/>
</p:tagLst>
</file>

<file path=ppt/tags/tag2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8"/>
  <p:tag name="KSO_WM_UNIT_ID" val="_11*i*28"/>
  <p:tag name="KSO_WM_UNIT_LAYERLEVEL" val="1"/>
  <p:tag name="KSO_WM_TAG_VERSION" val="3.0"/>
  <p:tag name="KSO_WM_BEAUTIFY_FLAG" val="#wm#"/>
</p:tagLst>
</file>

<file path=ppt/tags/tag2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9"/>
  <p:tag name="KSO_WM_UNIT_ID" val="_11*i*29"/>
  <p:tag name="KSO_WM_UNIT_LAYERLEVEL" val="1"/>
  <p:tag name="KSO_WM_TAG_VERSION" val="3.0"/>
  <p:tag name="KSO_WM_BEAUTIFY_FLAG" val="#wm#"/>
</p:tagLst>
</file>

<file path=ppt/tags/tag2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0"/>
  <p:tag name="KSO_WM_UNIT_ID" val="_11*i*30"/>
  <p:tag name="KSO_WM_UNIT_LAYERLEVEL" val="1"/>
  <p:tag name="KSO_WM_TAG_VERSION" val="3.0"/>
  <p:tag name="KSO_WM_BEAUTIFY_FLAG" val="#wm#"/>
</p:tagLst>
</file>

<file path=ppt/tags/tag2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1"/>
  <p:tag name="KSO_WM_UNIT_ID" val="_11*i*31"/>
  <p:tag name="KSO_WM_UNIT_LAYERLEVEL" val="1"/>
  <p:tag name="KSO_WM_TAG_VERSION" val="3.0"/>
  <p:tag name="KSO_WM_BEAUTIFY_FLAG" val="#wm#"/>
</p:tagLst>
</file>

<file path=ppt/tags/tag2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2"/>
  <p:tag name="KSO_WM_UNIT_ID" val="_11*i*32"/>
  <p:tag name="KSO_WM_UNIT_LAYERLEVEL" val="1"/>
  <p:tag name="KSO_WM_TAG_VERSION" val="3.0"/>
  <p:tag name="KSO_WM_BEAUTIFY_FLAG" val="#wm#"/>
</p:tagLst>
</file>

<file path=ppt/tags/tag2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3"/>
  <p:tag name="KSO_WM_UNIT_ID" val="_11*i*33"/>
  <p:tag name="KSO_WM_UNIT_LAYERLEVEL" val="1"/>
  <p:tag name="KSO_WM_TAG_VERSION" val="3.0"/>
  <p:tag name="KSO_WM_BEAUTIFY_FLAG" val="#wm#"/>
</p:tagLst>
</file>

<file path=ppt/tags/tag2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4"/>
  <p:tag name="KSO_WM_UNIT_ID" val="_11*i*34"/>
  <p:tag name="KSO_WM_UNIT_LAYERLEVEL" val="1"/>
  <p:tag name="KSO_WM_TAG_VERSION" val="3.0"/>
  <p:tag name="KSO_WM_BEAUTIFY_FLAG" val="#wm#"/>
</p:tagLst>
</file>

<file path=ppt/tags/tag2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5"/>
  <p:tag name="KSO_WM_UNIT_ID" val="_11*i*35"/>
  <p:tag name="KSO_WM_UNIT_LAYERLEVEL" val="1"/>
  <p:tag name="KSO_WM_TAG_VERSION" val="3.0"/>
  <p:tag name="KSO_WM_BEAUTIFY_FLAG" val="#wm#"/>
</p:tagLst>
</file>

<file path=ppt/tags/tag2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6"/>
  <p:tag name="KSO_WM_UNIT_ID" val="_11*i*36"/>
  <p:tag name="KSO_WM_UNIT_LAYERLEVEL" val="1"/>
  <p:tag name="KSO_WM_TAG_VERSION" val="3.0"/>
  <p:tag name="KSO_WM_BEAUTIFY_FLAG" val="#wm#"/>
</p:tagLst>
</file>

<file path=ppt/tags/tag2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7"/>
  <p:tag name="KSO_WM_UNIT_ID" val="_11*i*37"/>
  <p:tag name="KSO_WM_UNIT_LAYERLEVEL" val="1"/>
  <p:tag name="KSO_WM_TAG_VERSION" val="3.0"/>
  <p:tag name="KSO_WM_BEAUTIFY_FLAG" val="#wm#"/>
</p:tagLst>
</file>

<file path=ppt/tags/tag2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8"/>
  <p:tag name="KSO_WM_UNIT_ID" val="_11*i*38"/>
  <p:tag name="KSO_WM_UNIT_LAYERLEVEL" val="1"/>
  <p:tag name="KSO_WM_TAG_VERSION" val="3.0"/>
  <p:tag name="KSO_WM_BEAUTIFY_FLAG" val="#wm#"/>
</p:tagLst>
</file>

<file path=ppt/tags/tag2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9"/>
  <p:tag name="KSO_WM_UNIT_ID" val="_11*i*39"/>
  <p:tag name="KSO_WM_UNIT_LAYERLEVEL" val="1"/>
  <p:tag name="KSO_WM_TAG_VERSION" val="3.0"/>
  <p:tag name="KSO_WM_BEAUTIFY_FLAG" val="#wm#"/>
</p:tagLst>
</file>

<file path=ppt/tags/tag2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0"/>
  <p:tag name="KSO_WM_UNIT_ID" val="_11*i*40"/>
  <p:tag name="KSO_WM_UNIT_LAYERLEVEL" val="1"/>
  <p:tag name="KSO_WM_TAG_VERSION" val="3.0"/>
  <p:tag name="KSO_WM_BEAUTIFY_FLAG" val="#wm#"/>
</p:tagLst>
</file>

<file path=ppt/tags/tag2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1"/>
  <p:tag name="KSO_WM_UNIT_ID" val="_11*i*41"/>
  <p:tag name="KSO_WM_UNIT_LAYERLEVEL" val="1"/>
  <p:tag name="KSO_WM_TAG_VERSION" val="3.0"/>
  <p:tag name="KSO_WM_BEAUTIFY_FLAG" val="#wm#"/>
</p:tagLst>
</file>

<file path=ppt/tags/tag2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2"/>
  <p:tag name="KSO_WM_UNIT_ID" val="_11*i*42"/>
  <p:tag name="KSO_WM_UNIT_LAYERLEVEL" val="1"/>
  <p:tag name="KSO_WM_TAG_VERSION" val="3.0"/>
  <p:tag name="KSO_WM_BEAUTIFY_FLAG" val="#wm#"/>
</p:tagLst>
</file>

<file path=ppt/tags/tag2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3"/>
  <p:tag name="KSO_WM_UNIT_ID" val="_11*i*43"/>
  <p:tag name="KSO_WM_UNIT_LAYERLEVEL" val="1"/>
  <p:tag name="KSO_WM_TAG_VERSION" val="3.0"/>
  <p:tag name="KSO_WM_BEAUTIFY_FLAG" val="#wm#"/>
</p:tagLst>
</file>

<file path=ppt/tags/tag2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4"/>
  <p:tag name="KSO_WM_UNIT_ID" val="_11*i*44"/>
  <p:tag name="KSO_WM_UNIT_LAYERLEVEL" val="1"/>
  <p:tag name="KSO_WM_TAG_VERSION" val="3.0"/>
  <p:tag name="KSO_WM_BEAUTIFY_FLAG" val="#wm#"/>
</p:tagLst>
</file>

<file path=ppt/tags/tag2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5"/>
  <p:tag name="KSO_WM_UNIT_ID" val="_11*i*45"/>
  <p:tag name="KSO_WM_UNIT_LAYERLEVEL" val="1"/>
  <p:tag name="KSO_WM_TAG_VERSION" val="3.0"/>
  <p:tag name="KSO_WM_BEAUTIFY_FLAG" val="#wm#"/>
</p:tagLst>
</file>

<file path=ppt/tags/tag2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6"/>
  <p:tag name="KSO_WM_UNIT_ID" val="_11*i*46"/>
  <p:tag name="KSO_WM_UNIT_LAYERLEVEL" val="1"/>
  <p:tag name="KSO_WM_TAG_VERSION" val="3.0"/>
  <p:tag name="KSO_WM_BEAUTIFY_FLAG" val="#wm#"/>
</p:tagLst>
</file>

<file path=ppt/tags/tag2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7"/>
  <p:tag name="KSO_WM_UNIT_ID" val="_11*i*47"/>
  <p:tag name="KSO_WM_UNIT_LAYERLEVEL" val="1"/>
  <p:tag name="KSO_WM_TAG_VERSION" val="3.0"/>
  <p:tag name="KSO_WM_BEAUTIFY_FLAG" val="#wm#"/>
</p:tagLst>
</file>

<file path=ppt/tags/tag2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8"/>
  <p:tag name="KSO_WM_UNIT_ID" val="_11*i*48"/>
  <p:tag name="KSO_WM_UNIT_LAYERLEVEL" val="1"/>
  <p:tag name="KSO_WM_TAG_VERSION" val="3.0"/>
  <p:tag name="KSO_WM_BEAUTIFY_FLAG" val="#wm#"/>
</p:tagLst>
</file>

<file path=ppt/tags/tag2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9"/>
  <p:tag name="KSO_WM_UNIT_ID" val="_11*i*49"/>
  <p:tag name="KSO_WM_UNIT_LAYERLEVEL" val="1"/>
  <p:tag name="KSO_WM_TAG_VERSION" val="3.0"/>
  <p:tag name="KSO_WM_BEAUTIFY_FLAG" val="#wm#"/>
</p:tagLst>
</file>

<file path=ppt/tags/tag2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0"/>
  <p:tag name="KSO_WM_UNIT_ID" val="_11*i*50"/>
  <p:tag name="KSO_WM_UNIT_LAYERLEVEL" val="1"/>
  <p:tag name="KSO_WM_TAG_VERSION" val="3.0"/>
  <p:tag name="KSO_WM_BEAUTIFY_FLAG" val="#wm#"/>
</p:tagLst>
</file>

<file path=ppt/tags/tag2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1"/>
  <p:tag name="KSO_WM_UNIT_ID" val="_11*i*51"/>
  <p:tag name="KSO_WM_UNIT_LAYERLEVEL" val="1"/>
  <p:tag name="KSO_WM_TAG_VERSION" val="3.0"/>
  <p:tag name="KSO_WM_BEAUTIFY_FLAG" val="#wm#"/>
</p:tagLst>
</file>

<file path=ppt/tags/tag24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ags/tag248.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2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2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251.xml><?xml version="1.0" encoding="utf-8"?>
<p:tagLst xmlns:a="http://schemas.openxmlformats.org/drawingml/2006/main" xmlns:r="http://schemas.openxmlformats.org/officeDocument/2006/relationships"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5"/>
  <p:tag name="KSO_WM_UNIT_ID" val="_11*f*5"/>
  <p:tag name="KSO_WM_UNIT_LAYERLEVEL" val="1"/>
  <p:tag name="KSO_WM_TAG_VERSION" val="3.0"/>
  <p:tag name="KSO_WM_BEAUTIFY_FLAG" val="#wm#"/>
</p:tagLst>
</file>

<file path=ppt/tags/tag2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2"/>
  <p:tag name="KSO_WM_UNIT_ID" val="_11*i*52"/>
  <p:tag name="KSO_WM_UNIT_LAYERLEVEL" val="1"/>
  <p:tag name="KSO_WM_TAG_VERSION" val="3.0"/>
  <p:tag name="KSO_WM_BEAUTIFY_FLAG" val="#wm#"/>
</p:tagLst>
</file>

<file path=ppt/tags/tag253.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 name="KSO_WM_SLIDE_THEME_ID" val="3323123"/>
  <p:tag name="KSO_WM_SLIDE_THEME_NAME" val="Green Minimalist"/>
  <p:tag name="KSO_WM_AICARD_INVALID" val="Invalid"/>
</p:tagLst>
</file>

<file path=ppt/tags/tag254.xml><?xml version="1.0" encoding="utf-8"?>
<p:tagLst xmlns:a="http://schemas.openxmlformats.org/drawingml/2006/main" xmlns:r="http://schemas.openxmlformats.org/officeDocument/2006/relationships"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_1*f*4"/>
  <p:tag name="KSO_WM_UNIT_LAYERLEVEL" val="1"/>
  <p:tag name="KSO_WM_TAG_VERSION" val="3.0"/>
  <p:tag name="KSO_WM_BEAUTIFY_FLAG" val="#wm#"/>
</p:tagLst>
</file>

<file path=ppt/tags/tag255.xml><?xml version="1.0" encoding="utf-8"?>
<p:tagLst xmlns:a="http://schemas.openxmlformats.org/drawingml/2006/main" xmlns:r="http://schemas.openxmlformats.org/officeDocument/2006/relationships" xmlns:p="http://schemas.openxmlformats.org/presentationml/2006/main">
  <p:tag name="KSO_WM_UNIT_INDEX" val="3"/>
  <p:tag name="KSO_WM_UNIT_TYPE" val="i"/>
  <p:tag name="KSO_WM_BEAUTIFY_FLAG" val="#wm#"/>
</p:tagLst>
</file>

<file path=ppt/tags/tag256.xml><?xml version="1.0" encoding="utf-8"?>
<p:tagLst xmlns:a="http://schemas.openxmlformats.org/drawingml/2006/main" xmlns:r="http://schemas.openxmlformats.org/officeDocument/2006/relationships" xmlns:p="http://schemas.openxmlformats.org/presentationml/2006/main">
  <p:tag name="KSO_WM_UNIT_INDEX" val="4"/>
  <p:tag name="KSO_WM_UNIT_TYPE" val="f"/>
  <p:tag name="KSO_WM_UNIT_SUBTYPE" val="a"/>
  <p:tag name="KSO_WM_BEAUTIFY_FLAG" val="#wm#"/>
</p:tagLst>
</file>

<file path=ppt/tags/tag257.xml><?xml version="1.0" encoding="utf-8"?>
<p:tagLst xmlns:a="http://schemas.openxmlformats.org/drawingml/2006/main" xmlns:r="http://schemas.openxmlformats.org/officeDocument/2006/relationships" xmlns:p="http://schemas.openxmlformats.org/presentationml/2006/main">
  <p:tag name="KSO_WM_UNIT_INDEX" val="5"/>
  <p:tag name="KSO_WM_UNIT_TYPE" val="f"/>
  <p:tag name="KSO_WM_UNIT_SUBTYPE" val="a"/>
  <p:tag name="KSO_WM_BEAUTIFY_FLAG" val="#wm#"/>
</p:tagLst>
</file>

<file path=ppt/tags/tag258.xml><?xml version="1.0" encoding="utf-8"?>
<p:tagLst xmlns:a="http://schemas.openxmlformats.org/drawingml/2006/main" xmlns:r="http://schemas.openxmlformats.org/officeDocument/2006/relationships" xmlns:p="http://schemas.openxmlformats.org/presentationml/2006/main">
  <p:tag name="KSO_WM_UNIT_INDEX" val="8"/>
  <p:tag name="KSO_WM_UNIT_TYPE" val="f"/>
  <p:tag name="KSO_WM_UNIT_SUBTYPE" val="a"/>
  <p:tag name="KSO_WM_BEAUTIFY_FLAG" val="#wm#"/>
</p:tagLst>
</file>

<file path=ppt/tags/tag259.xml><?xml version="1.0" encoding="utf-8"?>
<p:tagLst xmlns:a="http://schemas.openxmlformats.org/drawingml/2006/main" xmlns:r="http://schemas.openxmlformats.org/officeDocument/2006/relationships" xmlns:p="http://schemas.openxmlformats.org/presentationml/2006/main">
  <p:tag name="KSO_WM_UNIT_INDEX" val="1"/>
  <p:tag name="KSO_WM_UNIT_TYPE" val="j"/>
  <p:tag name="KSO_WM_BEAUTIFY_FLAG" val="#wm#"/>
</p:tagLst>
</file>

<file path=ppt/tags/tag260.xml><?xml version="1.0" encoding="utf-8"?>
<p:tagLst xmlns:a="http://schemas.openxmlformats.org/drawingml/2006/main" xmlns:r="http://schemas.openxmlformats.org/officeDocument/2006/relationships" xmlns:p="http://schemas.openxmlformats.org/presentationml/2006/main">
  <p:tag name="KSO_WM_SLIDE_TYPE" val="contents"/>
  <p:tag name="KSO_WM_BEAUTIFY_FLAG" val="#wm#"/>
</p:tagLst>
</file>

<file path=ppt/tags/tag261.xml><?xml version="1.0" encoding="utf-8"?>
<p:tagLst xmlns:a="http://schemas.openxmlformats.org/drawingml/2006/main" xmlns:r="http://schemas.openxmlformats.org/officeDocument/2006/relationships" xmlns:p="http://schemas.openxmlformats.org/presentationml/2006/main">
  <p:tag name="KSO_WM_UNIT_TEXT" val="CONTENT"/>
</p:tagLst>
</file>

<file path=ppt/tags/tag262.xml><?xml version="1.0" encoding="utf-8"?>
<p:tagLst xmlns:a="http://schemas.openxmlformats.org/drawingml/2006/main" xmlns:r="http://schemas.openxmlformats.org/officeDocument/2006/relationships" xmlns:p="http://schemas.openxmlformats.org/presentationml/2006/main">
  <p:tag name="KSO_WM_UNIT_INDEX" val="2"/>
  <p:tag name="KSO_WM_UNIT_TYPE" val="f"/>
  <p:tag name="KSO_WM_UNIT_SUBTYPE" val="a"/>
  <p:tag name="KSO_WM_BEAUTIFY_FLAG" val="#wm#"/>
</p:tagLst>
</file>

<file path=ppt/tags/tag263.xml><?xml version="1.0" encoding="utf-8"?>
<p:tagLst xmlns:a="http://schemas.openxmlformats.org/drawingml/2006/main" xmlns:r="http://schemas.openxmlformats.org/officeDocument/2006/relationships" xmlns:p="http://schemas.openxmlformats.org/presentationml/2006/main">
  <p:tag name="KSO_WM_UNIT_INDEX" val="1_8_1"/>
  <p:tag name="KSO_WM_UNIT_TYPE" val="l_h_f"/>
  <p:tag name="KSO_WM_UNIT_SUBTYPE" val="a"/>
  <p:tag name="KSO_WM_TEMPLATE_CATEGORY" val="diagram"/>
  <p:tag name="KSO_WM_TEMPLATE_INDEX" val="19882029"/>
  <p:tag name="KSO_WM_UNIT_ID" val="diagram19882029*l_h_f*1_8_1"/>
  <p:tag name="KSO_WM_DIAGRAM_GROUP_CODE" val="l1-1"/>
  <p:tag name="KSO_WM_TAG_VERSION" val="2.0"/>
  <p:tag name="KSO_WM_BEAUTIFY_FLAG" val="#wm#"/>
  <p:tag name="KSO_WM_DIAGRAM_VIRTUALLY_FRAME" val="{&quot;height&quot;:459.557874015748,&quot;left&quot;:64.89535433070867,&quot;top&quot;:80.44212598425197,&quot;width&quot;:789.8546456692914}"/>
</p:tagLst>
</file>

<file path=ppt/tags/tag264.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65.xml><?xml version="1.0" encoding="utf-8"?>
<p:tagLst xmlns:a="http://schemas.openxmlformats.org/drawingml/2006/main" xmlns:r="http://schemas.openxmlformats.org/officeDocument/2006/relationships" xmlns:p="http://schemas.openxmlformats.org/presentationml/2006/main">
  <p:tag name="KSO_WM_UNIT_TEXT" val="SLIDE TOPIC    &lt;FONT SIZE 36&gt;"/>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266.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67.xml><?xml version="1.0" encoding="utf-8"?>
<p:tagLst xmlns:a="http://schemas.openxmlformats.org/drawingml/2006/main" xmlns:r="http://schemas.openxmlformats.org/officeDocument/2006/relationships" xmlns:p="http://schemas.openxmlformats.org/presentationml/2006/main">
  <p:tag name="KSO_WM_UNIT_TEXT" val="INTRODUCTION"/>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268.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69.xml><?xml version="1.0" encoding="utf-8"?>
<p:tagLst xmlns:a="http://schemas.openxmlformats.org/drawingml/2006/main" xmlns:r="http://schemas.openxmlformats.org/officeDocument/2006/relationships" xmlns:p="http://schemas.openxmlformats.org/presentationml/2006/main">
  <p:tag name="KSO_WM_UNIT_TEXT" val="BACKGROUND"/>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270.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71.xml><?xml version="1.0" encoding="utf-8"?>
<p:tagLst xmlns:a="http://schemas.openxmlformats.org/drawingml/2006/main" xmlns:r="http://schemas.openxmlformats.org/officeDocument/2006/relationships" xmlns:p="http://schemas.openxmlformats.org/presentationml/2006/main">
  <p:tag name="KSO_WM_UNIT_TEXT" val="BACKGROUND"/>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272.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73.xml><?xml version="1.0" encoding="utf-8"?>
<p:tagLst xmlns:a="http://schemas.openxmlformats.org/drawingml/2006/main" xmlns:r="http://schemas.openxmlformats.org/officeDocument/2006/relationships" xmlns:p="http://schemas.openxmlformats.org/presentationml/2006/main">
  <p:tag name="KSO_WM_UNIT_TEXT" val="BACKGROUND"/>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274.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75.xml><?xml version="1.0" encoding="utf-8"?>
<p:tagLst xmlns:a="http://schemas.openxmlformats.org/drawingml/2006/main" xmlns:r="http://schemas.openxmlformats.org/officeDocument/2006/relationships" xmlns:p="http://schemas.openxmlformats.org/presentationml/2006/main">
  <p:tag name="KSO_WM_UNIT_TEXT" val="BACKGROUND"/>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276.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77.xml><?xml version="1.0" encoding="utf-8"?>
<p:tagLst xmlns:a="http://schemas.openxmlformats.org/drawingml/2006/main" xmlns:r="http://schemas.openxmlformats.org/officeDocument/2006/relationships" xmlns:p="http://schemas.openxmlformats.org/presentationml/2006/main">
  <p:tag name="KSO_WM_UNIT_TEXT" val="BACKGROUND"/>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278.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79.xml><?xml version="1.0" encoding="utf-8"?>
<p:tagLst xmlns:a="http://schemas.openxmlformats.org/drawingml/2006/main" xmlns:r="http://schemas.openxmlformats.org/officeDocument/2006/relationships" xmlns:p="http://schemas.openxmlformats.org/presentationml/2006/main">
  <p:tag name="KSO_WM_UNIT_TEXT" val="SPECIFICATION &amp; DESIGN"/>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280.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81.xml><?xml version="1.0" encoding="utf-8"?>
<p:tagLst xmlns:a="http://schemas.openxmlformats.org/drawingml/2006/main" xmlns:r="http://schemas.openxmlformats.org/officeDocument/2006/relationships" xmlns:p="http://schemas.openxmlformats.org/presentationml/2006/main">
  <p:tag name="KSO_WM_UNIT_TEXT" val="TESTING"/>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282.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83.xml><?xml version="1.0" encoding="utf-8"?>
<p:tagLst xmlns:a="http://schemas.openxmlformats.org/drawingml/2006/main" xmlns:r="http://schemas.openxmlformats.org/officeDocument/2006/relationships" xmlns:p="http://schemas.openxmlformats.org/presentationml/2006/main">
  <p:tag name="KSO_WM_UNIT_TEXT" val="RESULTS &amp; CONCLUSION"/>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284.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85.xml><?xml version="1.0" encoding="utf-8"?>
<p:tagLst xmlns:a="http://schemas.openxmlformats.org/drawingml/2006/main" xmlns:r="http://schemas.openxmlformats.org/officeDocument/2006/relationships" xmlns:p="http://schemas.openxmlformats.org/presentationml/2006/main">
  <p:tag name="KSO_WM_UNIT_TEXT" val="RESULTS &amp; CONCLUSION"/>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286.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87.xml><?xml version="1.0" encoding="utf-8"?>
<p:tagLst xmlns:a="http://schemas.openxmlformats.org/drawingml/2006/main" xmlns:r="http://schemas.openxmlformats.org/officeDocument/2006/relationships" xmlns:p="http://schemas.openxmlformats.org/presentationml/2006/main">
  <p:tag name="KSO_WM_UNIT_TEXT" val="REFERENCES"/>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28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自定义 14">
      <a:dk1>
        <a:srgbClr val="000000"/>
      </a:dk1>
      <a:lt1>
        <a:srgbClr val="FFFFFF"/>
      </a:lt1>
      <a:dk2>
        <a:srgbClr val="000B26"/>
      </a:dk2>
      <a:lt2>
        <a:srgbClr val="FFFFFF"/>
      </a:lt2>
      <a:accent1>
        <a:srgbClr val="19A298"/>
      </a:accent1>
      <a:accent2>
        <a:srgbClr val="34CFC3"/>
      </a:accent2>
      <a:accent3>
        <a:srgbClr val="3FABF9"/>
      </a:accent3>
      <a:accent4>
        <a:srgbClr val="A67CFF"/>
      </a:accent4>
      <a:accent5>
        <a:srgbClr val="F84949"/>
      </a:accent5>
      <a:accent6>
        <a:srgbClr val="F66BB6"/>
      </a:accent6>
      <a:hlink>
        <a:srgbClr val="304FFE"/>
      </a:hlink>
      <a:folHlink>
        <a:srgbClr val="492067"/>
      </a:folHlink>
    </a:clrScheme>
    <a:fontScheme name="字体-简约">
      <a:majorFont>
        <a:latin typeface="Manrope ExtraBold"/>
        <a:ea typeface="Manrope ExtraBold"/>
        <a:cs typeface=""/>
      </a:majorFont>
      <a:minorFont>
        <a:latin typeface="Lato"/>
        <a:ea typeface="Lat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1976</TotalTime>
  <Words>2753</Words>
  <Application>Microsoft Office PowerPoint</Application>
  <PresentationFormat>Widescreen</PresentationFormat>
  <Paragraphs>306</Paragraphs>
  <Slides>15</Slides>
  <Notes>14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15</vt:i4>
      </vt:variant>
    </vt:vector>
  </HeadingPairs>
  <TitlesOfParts>
    <vt:vector size="25" baseType="lpstr">
      <vt:lpstr>Arial</vt:lpstr>
      <vt:lpstr>Calibri</vt:lpstr>
      <vt:lpstr>Calibri Light</vt:lpstr>
      <vt:lpstr>Courier New</vt:lpstr>
      <vt:lpstr>Lato</vt:lpstr>
      <vt:lpstr>Manrope ExtraBold</vt:lpstr>
      <vt:lpstr>Times New Roman</vt:lpstr>
      <vt:lpstr>Wingdings</vt:lpstr>
      <vt:lpstr>Custom Design</vt:lpstr>
      <vt:lpstr>Office Theme</vt:lpstr>
      <vt:lpstr>PowerPoint Presentation</vt:lpstr>
      <vt:lpstr>Contents</vt:lpstr>
      <vt:lpstr>INTRODUCTION</vt:lpstr>
      <vt:lpstr>BACKGROUND</vt:lpstr>
      <vt:lpstr>SPECIFICATION &amp; DESIGN: USE CASE DIAGRAM</vt:lpstr>
      <vt:lpstr>SPECIFICATION &amp; DESIGN: MODEL PIPELINE</vt:lpstr>
      <vt:lpstr>DATA COLLECTION &amp; PREPROCESSING</vt:lpstr>
      <vt:lpstr>FEATURE ENGINEERING AND SELECTION</vt:lpstr>
      <vt:lpstr>MODEL SELECTION, TRAINING AND TESTING</vt:lpstr>
      <vt:lpstr>MODEL DEPLOYMENT AND INTEGRATION</vt:lpstr>
      <vt:lpstr>RESULTS: MODEL COMPARISON</vt:lpstr>
      <vt:lpstr>FUTURE WORKS &amp; RECOMMENDATIONS</vt:lpstr>
      <vt:lpstr>REFERENCES</vt:lpstr>
      <vt:lpstr>DEMONSTRATION</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Pooja</cp:lastModifiedBy>
  <cp:revision>28</cp:revision>
  <dcterms:created xsi:type="dcterms:W3CDTF">2024-08-07T02:54:00Z</dcterms:created>
  <dcterms:modified xsi:type="dcterms:W3CDTF">2026-10-01T10:22:27Z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BC3C4A791483458CA47B72D3B208069F_13</vt:lpwstr>
  </property>
</Properties>
</file>