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10"/>
  </p:notesMasterIdLst>
  <p:sldIdLst>
    <p:sldId id="256" r:id="rId4"/>
    <p:sldId id="259" r:id="rId5"/>
    <p:sldId id="260" r:id="rId6"/>
    <p:sldId id="261" r:id="rId7"/>
    <p:sldId id="270" r:id="rId8"/>
    <p:sldId id="271" r:id="rId9"/>
    <p:sldId id="272" r:id="rId11"/>
    <p:sldId id="274" r:id="rId12"/>
    <p:sldId id="263" r:id="rId13"/>
    <p:sldId id="265" r:id="rId14"/>
    <p:sldId id="266" r:id="rId15"/>
    <p:sldId id="277" r:id="rId16"/>
    <p:sldId id="268" r:id="rId17"/>
    <p:sldId id="276" r:id="rId1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70"/>
    <a:srgbClr val="2053EF"/>
    <a:srgbClr val="112957"/>
    <a:srgbClr val="00327F"/>
    <a:srgbClr val="1036B0"/>
    <a:srgbClr val="004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18"/>
    <p:restoredTop sz="96341"/>
  </p:normalViewPr>
  <p:slideViewPr>
    <p:cSldViewPr snapToGrid="0">
      <p:cViewPr varScale="1">
        <p:scale>
          <a:sx n="122" d="100"/>
          <a:sy n="122" d="100"/>
        </p:scale>
        <p:origin x="2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3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8" Type="http://schemas.openxmlformats.org/officeDocument/2006/relationships/tags" Target="../tags/tag140.xml"/><Relationship Id="rId47" Type="http://schemas.openxmlformats.org/officeDocument/2006/relationships/tags" Target="../tags/tag139.xml"/><Relationship Id="rId46" Type="http://schemas.openxmlformats.org/officeDocument/2006/relationships/tags" Target="../tags/tag138.xml"/><Relationship Id="rId45" Type="http://schemas.openxmlformats.org/officeDocument/2006/relationships/tags" Target="../tags/tag137.xml"/><Relationship Id="rId44" Type="http://schemas.openxmlformats.org/officeDocument/2006/relationships/tags" Target="../tags/tag136.xml"/><Relationship Id="rId43" Type="http://schemas.openxmlformats.org/officeDocument/2006/relationships/tags" Target="../tags/tag135.xml"/><Relationship Id="rId42" Type="http://schemas.openxmlformats.org/officeDocument/2006/relationships/tags" Target="../tags/tag134.xml"/><Relationship Id="rId41" Type="http://schemas.openxmlformats.org/officeDocument/2006/relationships/tags" Target="../tags/tag133.xml"/><Relationship Id="rId40" Type="http://schemas.openxmlformats.org/officeDocument/2006/relationships/tags" Target="../tags/tag132.xml"/><Relationship Id="rId4" Type="http://schemas.openxmlformats.org/officeDocument/2006/relationships/tags" Target="../tags/tag96.xml"/><Relationship Id="rId39" Type="http://schemas.openxmlformats.org/officeDocument/2006/relationships/tags" Target="../tags/tag131.xml"/><Relationship Id="rId38" Type="http://schemas.openxmlformats.org/officeDocument/2006/relationships/tags" Target="../tags/tag130.xml"/><Relationship Id="rId37" Type="http://schemas.openxmlformats.org/officeDocument/2006/relationships/tags" Target="../tags/tag129.xml"/><Relationship Id="rId36" Type="http://schemas.openxmlformats.org/officeDocument/2006/relationships/tags" Target="../tags/tag128.xml"/><Relationship Id="rId35" Type="http://schemas.openxmlformats.org/officeDocument/2006/relationships/tags" Target="../tags/tag127.xml"/><Relationship Id="rId34" Type="http://schemas.openxmlformats.org/officeDocument/2006/relationships/tags" Target="../tags/tag126.xml"/><Relationship Id="rId33" Type="http://schemas.openxmlformats.org/officeDocument/2006/relationships/tags" Target="../tags/tag125.xml"/><Relationship Id="rId32" Type="http://schemas.openxmlformats.org/officeDocument/2006/relationships/tags" Target="../tags/tag124.xml"/><Relationship Id="rId31" Type="http://schemas.openxmlformats.org/officeDocument/2006/relationships/tags" Target="../tags/tag123.xml"/><Relationship Id="rId30" Type="http://schemas.openxmlformats.org/officeDocument/2006/relationships/tags" Target="../tags/tag122.xml"/><Relationship Id="rId3" Type="http://schemas.openxmlformats.org/officeDocument/2006/relationships/tags" Target="../tags/tag95.xml"/><Relationship Id="rId29" Type="http://schemas.openxmlformats.org/officeDocument/2006/relationships/tags" Target="../tags/tag121.xml"/><Relationship Id="rId28" Type="http://schemas.openxmlformats.org/officeDocument/2006/relationships/tags" Target="../tags/tag120.xml"/><Relationship Id="rId27" Type="http://schemas.openxmlformats.org/officeDocument/2006/relationships/tags" Target="../tags/tag119.xml"/><Relationship Id="rId26" Type="http://schemas.openxmlformats.org/officeDocument/2006/relationships/tags" Target="../tags/tag118.xml"/><Relationship Id="rId25" Type="http://schemas.openxmlformats.org/officeDocument/2006/relationships/tags" Target="../tags/tag117.xml"/><Relationship Id="rId24" Type="http://schemas.openxmlformats.org/officeDocument/2006/relationships/tags" Target="../tags/tag116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7" Type="http://schemas.openxmlformats.org/officeDocument/2006/relationships/tags" Target="../tags/tag236.xml"/><Relationship Id="rId56" Type="http://schemas.openxmlformats.org/officeDocument/2006/relationships/tags" Target="../tags/tag235.xml"/><Relationship Id="rId55" Type="http://schemas.openxmlformats.org/officeDocument/2006/relationships/tags" Target="../tags/tag234.xml"/><Relationship Id="rId54" Type="http://schemas.openxmlformats.org/officeDocument/2006/relationships/tags" Target="../tags/tag233.xml"/><Relationship Id="rId53" Type="http://schemas.openxmlformats.org/officeDocument/2006/relationships/tags" Target="../tags/tag232.xml"/><Relationship Id="rId52" Type="http://schemas.openxmlformats.org/officeDocument/2006/relationships/tags" Target="../tags/tag231.xml"/><Relationship Id="rId51" Type="http://schemas.openxmlformats.org/officeDocument/2006/relationships/tags" Target="../tags/tag230.xml"/><Relationship Id="rId50" Type="http://schemas.openxmlformats.org/officeDocument/2006/relationships/tags" Target="../tags/tag229.xml"/><Relationship Id="rId5" Type="http://schemas.openxmlformats.org/officeDocument/2006/relationships/tags" Target="../tags/tag184.xml"/><Relationship Id="rId49" Type="http://schemas.openxmlformats.org/officeDocument/2006/relationships/tags" Target="../tags/tag228.xml"/><Relationship Id="rId48" Type="http://schemas.openxmlformats.org/officeDocument/2006/relationships/tags" Target="../tags/tag227.xml"/><Relationship Id="rId47" Type="http://schemas.openxmlformats.org/officeDocument/2006/relationships/tags" Target="../tags/tag226.xml"/><Relationship Id="rId46" Type="http://schemas.openxmlformats.org/officeDocument/2006/relationships/tags" Target="../tags/tag225.xml"/><Relationship Id="rId45" Type="http://schemas.openxmlformats.org/officeDocument/2006/relationships/tags" Target="../tags/tag224.xml"/><Relationship Id="rId44" Type="http://schemas.openxmlformats.org/officeDocument/2006/relationships/tags" Target="../tags/tag223.xml"/><Relationship Id="rId43" Type="http://schemas.openxmlformats.org/officeDocument/2006/relationships/tags" Target="../tags/tag222.xml"/><Relationship Id="rId42" Type="http://schemas.openxmlformats.org/officeDocument/2006/relationships/tags" Target="../tags/tag221.xml"/><Relationship Id="rId41" Type="http://schemas.openxmlformats.org/officeDocument/2006/relationships/tags" Target="../tags/tag220.xml"/><Relationship Id="rId40" Type="http://schemas.openxmlformats.org/officeDocument/2006/relationships/tags" Target="../tags/tag219.xml"/><Relationship Id="rId4" Type="http://schemas.openxmlformats.org/officeDocument/2006/relationships/tags" Target="../tags/tag183.xml"/><Relationship Id="rId39" Type="http://schemas.openxmlformats.org/officeDocument/2006/relationships/tags" Target="../tags/tag218.xml"/><Relationship Id="rId38" Type="http://schemas.openxmlformats.org/officeDocument/2006/relationships/tags" Target="../tags/tag217.xml"/><Relationship Id="rId37" Type="http://schemas.openxmlformats.org/officeDocument/2006/relationships/tags" Target="../tags/tag216.xml"/><Relationship Id="rId36" Type="http://schemas.openxmlformats.org/officeDocument/2006/relationships/tags" Target="../tags/tag215.xml"/><Relationship Id="rId35" Type="http://schemas.openxmlformats.org/officeDocument/2006/relationships/tags" Target="../tags/tag214.xml"/><Relationship Id="rId34" Type="http://schemas.openxmlformats.org/officeDocument/2006/relationships/tags" Target="../tags/tag213.xml"/><Relationship Id="rId33" Type="http://schemas.openxmlformats.org/officeDocument/2006/relationships/tags" Target="../tags/tag212.xml"/><Relationship Id="rId32" Type="http://schemas.openxmlformats.org/officeDocument/2006/relationships/tags" Target="../tags/tag211.xml"/><Relationship Id="rId31" Type="http://schemas.openxmlformats.org/officeDocument/2006/relationships/tags" Target="../tags/tag210.xml"/><Relationship Id="rId30" Type="http://schemas.openxmlformats.org/officeDocument/2006/relationships/tags" Target="../tags/tag209.xml"/><Relationship Id="rId3" Type="http://schemas.openxmlformats.org/officeDocument/2006/relationships/tags" Target="../tags/tag182.xml"/><Relationship Id="rId29" Type="http://schemas.openxmlformats.org/officeDocument/2006/relationships/tags" Target="../tags/tag208.xml"/><Relationship Id="rId28" Type="http://schemas.openxmlformats.org/officeDocument/2006/relationships/tags" Target="../tags/tag207.xml"/><Relationship Id="rId27" Type="http://schemas.openxmlformats.org/officeDocument/2006/relationships/tags" Target="../tags/tag206.xml"/><Relationship Id="rId26" Type="http://schemas.openxmlformats.org/officeDocument/2006/relationships/tags" Target="../tags/tag205.xml"/><Relationship Id="rId25" Type="http://schemas.openxmlformats.org/officeDocument/2006/relationships/tags" Target="../tags/tag204.xml"/><Relationship Id="rId24" Type="http://schemas.openxmlformats.org/officeDocument/2006/relationships/tags" Target="../tags/tag203.xml"/><Relationship Id="rId23" Type="http://schemas.openxmlformats.org/officeDocument/2006/relationships/tags" Target="../tags/tag202.xml"/><Relationship Id="rId22" Type="http://schemas.openxmlformats.org/officeDocument/2006/relationships/tags" Target="../tags/tag201.xml"/><Relationship Id="rId21" Type="http://schemas.openxmlformats.org/officeDocument/2006/relationships/tags" Target="../tags/tag200.xml"/><Relationship Id="rId20" Type="http://schemas.openxmlformats.org/officeDocument/2006/relationships/tags" Target="../tags/tag199.xml"/><Relationship Id="rId2" Type="http://schemas.openxmlformats.org/officeDocument/2006/relationships/tags" Target="../tags/tag181.xml"/><Relationship Id="rId19" Type="http://schemas.openxmlformats.org/officeDocument/2006/relationships/tags" Target="../tags/tag198.xml"/><Relationship Id="rId18" Type="http://schemas.openxmlformats.org/officeDocument/2006/relationships/tags" Target="../tags/tag197.xml"/><Relationship Id="rId17" Type="http://schemas.openxmlformats.org/officeDocument/2006/relationships/tags" Target="../tags/tag196.xml"/><Relationship Id="rId16" Type="http://schemas.openxmlformats.org/officeDocument/2006/relationships/tags" Target="../tags/tag195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49-2186&amp;734" descr="preencoded.png"/>
          <p:cNvSpPr/>
          <p:nvPr userDrawn="1">
            <p:custDataLst>
              <p:tags r:id="rId2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Ellipse 37-2186&amp;742" descr="preencoded.png"/>
          <p:cNvSpPr/>
          <p:nvPr>
            <p:custDataLst>
              <p:tags r:id="rId3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9" name="任意多边形: 形状 78" descr="preencoded.png"/>
          <p:cNvSpPr/>
          <p:nvPr>
            <p:custDataLst>
              <p:tags r:id="rId4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4" name="椭圆 53"/>
          <p:cNvSpPr/>
          <p:nvPr>
            <p:custDataLst>
              <p:tags r:id="rId5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5" name="椭圆 54"/>
          <p:cNvSpPr/>
          <p:nvPr>
            <p:custDataLst>
              <p:tags r:id="rId6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6" name="椭圆 55"/>
          <p:cNvSpPr/>
          <p:nvPr>
            <p:custDataLst>
              <p:tags r:id="rId7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7" name="椭圆 56"/>
          <p:cNvSpPr/>
          <p:nvPr>
            <p:custDataLst>
              <p:tags r:id="rId8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8" name="椭圆 57"/>
          <p:cNvSpPr/>
          <p:nvPr>
            <p:custDataLst>
              <p:tags r:id="rId9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9" name="椭圆 58"/>
          <p:cNvSpPr/>
          <p:nvPr>
            <p:custDataLst>
              <p:tags r:id="rId10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8" name="椭圆 47"/>
          <p:cNvSpPr/>
          <p:nvPr>
            <p:custDataLst>
              <p:tags r:id="rId11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9" name="椭圆 48"/>
          <p:cNvSpPr/>
          <p:nvPr>
            <p:custDataLst>
              <p:tags r:id="rId12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0" name="椭圆 49"/>
          <p:cNvSpPr/>
          <p:nvPr>
            <p:custDataLst>
              <p:tags r:id="rId13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椭圆 50"/>
          <p:cNvSpPr/>
          <p:nvPr>
            <p:custDataLst>
              <p:tags r:id="rId14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2" name="椭圆 51"/>
          <p:cNvSpPr/>
          <p:nvPr>
            <p:custDataLst>
              <p:tags r:id="rId15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3" name="椭圆 52"/>
          <p:cNvSpPr/>
          <p:nvPr>
            <p:custDataLst>
              <p:tags r:id="rId16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2" name="椭圆 41"/>
          <p:cNvSpPr/>
          <p:nvPr>
            <p:custDataLst>
              <p:tags r:id="rId17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椭圆 42"/>
          <p:cNvSpPr/>
          <p:nvPr>
            <p:custDataLst>
              <p:tags r:id="rId18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椭圆 43"/>
          <p:cNvSpPr/>
          <p:nvPr>
            <p:custDataLst>
              <p:tags r:id="rId19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椭圆 44"/>
          <p:cNvSpPr/>
          <p:nvPr>
            <p:custDataLst>
              <p:tags r:id="rId20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6" name="椭圆 45"/>
          <p:cNvSpPr/>
          <p:nvPr>
            <p:custDataLst>
              <p:tags r:id="rId21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7" name="椭圆 46"/>
          <p:cNvSpPr/>
          <p:nvPr>
            <p:custDataLst>
              <p:tags r:id="rId22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>
            <p:custDataLst>
              <p:tags r:id="rId23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>
            <p:custDataLst>
              <p:tags r:id="rId24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椭圆 37"/>
          <p:cNvSpPr/>
          <p:nvPr>
            <p:custDataLst>
              <p:tags r:id="rId25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椭圆 38"/>
          <p:cNvSpPr/>
          <p:nvPr>
            <p:custDataLst>
              <p:tags r:id="rId26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0" name="椭圆 39"/>
          <p:cNvSpPr/>
          <p:nvPr>
            <p:custDataLst>
              <p:tags r:id="rId27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1" name="椭圆 40"/>
          <p:cNvSpPr/>
          <p:nvPr>
            <p:custDataLst>
              <p:tags r:id="rId28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>
            <p:custDataLst>
              <p:tags r:id="rId29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>
            <p:custDataLst>
              <p:tags r:id="rId30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>
            <p:custDataLst>
              <p:tags r:id="rId31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>
            <p:custDataLst>
              <p:tags r:id="rId32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>
            <p:custDataLst>
              <p:tags r:id="rId33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>
            <p:custDataLst>
              <p:tags r:id="rId34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35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36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>
            <p:custDataLst>
              <p:tags r:id="rId37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>
            <p:custDataLst>
              <p:tags r:id="rId38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>
            <p:custDataLst>
              <p:tags r:id="rId39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>
            <p:custDataLst>
              <p:tags r:id="rId40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2" name="椭圆 71"/>
          <p:cNvSpPr/>
          <p:nvPr>
            <p:custDataLst>
              <p:tags r:id="rId41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3" name="椭圆 72"/>
          <p:cNvSpPr/>
          <p:nvPr>
            <p:custDataLst>
              <p:tags r:id="rId42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4" name="椭圆 73"/>
          <p:cNvSpPr/>
          <p:nvPr>
            <p:custDataLst>
              <p:tags r:id="rId43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5" name="椭圆 74"/>
          <p:cNvSpPr/>
          <p:nvPr>
            <p:custDataLst>
              <p:tags r:id="rId44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8" name="椭圆 67"/>
          <p:cNvSpPr/>
          <p:nvPr>
            <p:custDataLst>
              <p:tags r:id="rId45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9" name="椭圆 68"/>
          <p:cNvSpPr/>
          <p:nvPr>
            <p:custDataLst>
              <p:tags r:id="rId46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0" name="椭圆 69"/>
          <p:cNvSpPr/>
          <p:nvPr>
            <p:custDataLst>
              <p:tags r:id="rId47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1" name="椭圆 70"/>
          <p:cNvSpPr/>
          <p:nvPr>
            <p:custDataLst>
              <p:tags r:id="rId48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4" name="椭圆 63"/>
          <p:cNvSpPr/>
          <p:nvPr>
            <p:custDataLst>
              <p:tags r:id="rId49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5" name="椭圆 64"/>
          <p:cNvSpPr/>
          <p:nvPr>
            <p:custDataLst>
              <p:tags r:id="rId50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6" name="椭圆 65"/>
          <p:cNvSpPr/>
          <p:nvPr>
            <p:custDataLst>
              <p:tags r:id="rId51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7" name="椭圆 66"/>
          <p:cNvSpPr/>
          <p:nvPr>
            <p:custDataLst>
              <p:tags r:id="rId52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3"/>
            </p:custDataLst>
          </p:nvPr>
        </p:nvSpPr>
        <p:spPr>
          <a:xfrm>
            <a:off x="838200" y="1760220"/>
            <a:ext cx="7147560" cy="228409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7"/>
            </p:custDataLst>
          </p:nvPr>
        </p:nvSpPr>
        <p:spPr>
          <a:xfrm>
            <a:off x="842190" y="5721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任意多边形: 形状 44" descr="preencoded.png"/>
          <p:cNvSpPr/>
          <p:nvPr>
            <p:custDataLst>
              <p:tags r:id="rId2"/>
            </p:custDataLst>
          </p:nvPr>
        </p:nvSpPr>
        <p:spPr>
          <a:xfrm>
            <a:off x="10195560" y="5979504"/>
            <a:ext cx="1892808" cy="878496"/>
          </a:xfrm>
          <a:custGeom>
            <a:avLst/>
            <a:gdLst>
              <a:gd name="connsiteX0" fmla="*/ 946404 w 1892808"/>
              <a:gd name="connsiteY0" fmla="*/ 0 h 878496"/>
              <a:gd name="connsiteX1" fmla="*/ 1308578 w 1892808"/>
              <a:gd name="connsiteY1" fmla="*/ 66872 h 878496"/>
              <a:gd name="connsiteX2" fmla="*/ 1615607 w 1892808"/>
              <a:gd name="connsiteY2" fmla="*/ 257306 h 878496"/>
              <a:gd name="connsiteX3" fmla="*/ 1820767 w 1892808"/>
              <a:gd name="connsiteY3" fmla="*/ 542310 h 878496"/>
              <a:gd name="connsiteX4" fmla="*/ 1892808 w 1892808"/>
              <a:gd name="connsiteY4" fmla="*/ 878496 h 878496"/>
              <a:gd name="connsiteX5" fmla="*/ 946404 w 1892808"/>
              <a:gd name="connsiteY5" fmla="*/ 878496 h 878496"/>
              <a:gd name="connsiteX6" fmla="*/ 0 w 1892808"/>
              <a:gd name="connsiteY6" fmla="*/ 878496 h 878496"/>
              <a:gd name="connsiteX7" fmla="*/ 72041 w 1892808"/>
              <a:gd name="connsiteY7" fmla="*/ 542310 h 878496"/>
              <a:gd name="connsiteX8" fmla="*/ 277195 w 1892808"/>
              <a:gd name="connsiteY8" fmla="*/ 257306 h 878496"/>
              <a:gd name="connsiteX9" fmla="*/ 584231 w 1892808"/>
              <a:gd name="connsiteY9" fmla="*/ 66872 h 878496"/>
              <a:gd name="connsiteX10" fmla="*/ 946404 w 1892808"/>
              <a:gd name="connsiteY10" fmla="*/ 0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808" h="878496">
                <a:moveTo>
                  <a:pt x="946404" y="0"/>
                </a:move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lnTo>
                  <a:pt x="946404" y="878496"/>
                </a:ln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0" name="任意多边形: 形状 39" descr="preencoded.png"/>
          <p:cNvSpPr/>
          <p:nvPr>
            <p:custDataLst>
              <p:tags r:id="rId6"/>
            </p:custDataLst>
          </p:nvPr>
        </p:nvSpPr>
        <p:spPr>
          <a:xfrm>
            <a:off x="9072434" y="0"/>
            <a:ext cx="3119566" cy="4866702"/>
          </a:xfrm>
          <a:custGeom>
            <a:avLst/>
            <a:gdLst>
              <a:gd name="connsiteX0" fmla="*/ 0 w 3119566"/>
              <a:gd name="connsiteY0" fmla="*/ 0 h 4866702"/>
              <a:gd name="connsiteX1" fmla="*/ 3119566 w 3119566"/>
              <a:gd name="connsiteY1" fmla="*/ 0 h 4866702"/>
              <a:gd name="connsiteX2" fmla="*/ 3119566 w 3119566"/>
              <a:gd name="connsiteY2" fmla="*/ 4866702 h 4866702"/>
              <a:gd name="connsiteX3" fmla="*/ 2033983 w 3119566"/>
              <a:gd name="connsiteY3" fmla="*/ 4866702 h 4866702"/>
              <a:gd name="connsiteX4" fmla="*/ 0 w 3119566"/>
              <a:gd name="connsiteY4" fmla="*/ 2835342 h 486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566" h="4866702">
                <a:moveTo>
                  <a:pt x="0" y="0"/>
                </a:moveTo>
                <a:lnTo>
                  <a:pt x="3119566" y="0"/>
                </a:lnTo>
                <a:lnTo>
                  <a:pt x="3119566" y="4866702"/>
                </a:lnTo>
                <a:lnTo>
                  <a:pt x="2033983" y="4866702"/>
                </a:lnTo>
                <a:cubicBezTo>
                  <a:pt x="910644" y="4866702"/>
                  <a:pt x="0" y="3957237"/>
                  <a:pt x="0" y="283534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 userDrawn="1">
            <p:custDataLst>
              <p:tags r:id="rId7"/>
            </p:custDataLst>
          </p:nvPr>
        </p:nvSpPr>
        <p:spPr>
          <a:xfrm rot="5400000">
            <a:off x="11796395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 userDrawn="1">
            <p:custDataLst>
              <p:tags r:id="rId8"/>
            </p:custDataLst>
          </p:nvPr>
        </p:nvSpPr>
        <p:spPr>
          <a:xfrm rot="5400000">
            <a:off x="11804015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 userDrawn="1">
            <p:custDataLst>
              <p:tags r:id="rId9"/>
            </p:custDataLst>
          </p:nvPr>
        </p:nvSpPr>
        <p:spPr>
          <a:xfrm rot="5400000">
            <a:off x="11811635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 userDrawn="1">
            <p:custDataLst>
              <p:tags r:id="rId10"/>
            </p:custDataLst>
          </p:nvPr>
        </p:nvSpPr>
        <p:spPr>
          <a:xfrm rot="5400000">
            <a:off x="11804015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 userDrawn="1">
            <p:custDataLst>
              <p:tags r:id="rId11"/>
            </p:custDataLst>
          </p:nvPr>
        </p:nvSpPr>
        <p:spPr>
          <a:xfrm rot="5400000">
            <a:off x="11811635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 userDrawn="1">
            <p:custDataLst>
              <p:tags r:id="rId12"/>
            </p:custDataLst>
          </p:nvPr>
        </p:nvSpPr>
        <p:spPr>
          <a:xfrm rot="5400000">
            <a:off x="11796395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 userDrawn="1">
            <p:custDataLst>
              <p:tags r:id="rId13"/>
            </p:custDataLst>
          </p:nvPr>
        </p:nvSpPr>
        <p:spPr>
          <a:xfrm rot="5400000">
            <a:off x="11417300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>
            <p:custDataLst>
              <p:tags r:id="rId14"/>
            </p:custDataLst>
          </p:nvPr>
        </p:nvSpPr>
        <p:spPr>
          <a:xfrm rot="5400000">
            <a:off x="11424920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 userDrawn="1">
            <p:custDataLst>
              <p:tags r:id="rId15"/>
            </p:custDataLst>
          </p:nvPr>
        </p:nvSpPr>
        <p:spPr>
          <a:xfrm rot="5400000">
            <a:off x="11432540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 userDrawn="1">
            <p:custDataLst>
              <p:tags r:id="rId16"/>
            </p:custDataLst>
          </p:nvPr>
        </p:nvSpPr>
        <p:spPr>
          <a:xfrm rot="5400000">
            <a:off x="11424920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 userDrawn="1">
            <p:custDataLst>
              <p:tags r:id="rId17"/>
            </p:custDataLst>
          </p:nvPr>
        </p:nvSpPr>
        <p:spPr>
          <a:xfrm rot="5400000">
            <a:off x="11432540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 userDrawn="1">
            <p:custDataLst>
              <p:tags r:id="rId18"/>
            </p:custDataLst>
          </p:nvPr>
        </p:nvSpPr>
        <p:spPr>
          <a:xfrm rot="5400000">
            <a:off x="11417300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0" name="椭圆 19"/>
          <p:cNvSpPr/>
          <p:nvPr userDrawn="1">
            <p:custDataLst>
              <p:tags r:id="rId19"/>
            </p:custDataLst>
          </p:nvPr>
        </p:nvSpPr>
        <p:spPr>
          <a:xfrm rot="5400000">
            <a:off x="11038205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1" name="椭圆 20"/>
          <p:cNvSpPr/>
          <p:nvPr userDrawn="1">
            <p:custDataLst>
              <p:tags r:id="rId20"/>
            </p:custDataLst>
          </p:nvPr>
        </p:nvSpPr>
        <p:spPr>
          <a:xfrm rot="5400000">
            <a:off x="11045825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椭圆 21"/>
          <p:cNvSpPr/>
          <p:nvPr userDrawn="1">
            <p:custDataLst>
              <p:tags r:id="rId21"/>
            </p:custDataLst>
          </p:nvPr>
        </p:nvSpPr>
        <p:spPr>
          <a:xfrm rot="5400000">
            <a:off x="11053445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 userDrawn="1">
            <p:custDataLst>
              <p:tags r:id="rId22"/>
            </p:custDataLst>
          </p:nvPr>
        </p:nvSpPr>
        <p:spPr>
          <a:xfrm rot="5400000">
            <a:off x="11045825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4" name="椭圆 23"/>
          <p:cNvSpPr/>
          <p:nvPr userDrawn="1">
            <p:custDataLst>
              <p:tags r:id="rId23"/>
            </p:custDataLst>
          </p:nvPr>
        </p:nvSpPr>
        <p:spPr>
          <a:xfrm rot="5400000">
            <a:off x="11053445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 userDrawn="1">
            <p:custDataLst>
              <p:tags r:id="rId24"/>
            </p:custDataLst>
          </p:nvPr>
        </p:nvSpPr>
        <p:spPr>
          <a:xfrm rot="5400000">
            <a:off x="11038205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 userDrawn="1">
            <p:custDataLst>
              <p:tags r:id="rId25"/>
            </p:custDataLst>
          </p:nvPr>
        </p:nvSpPr>
        <p:spPr>
          <a:xfrm rot="5400000">
            <a:off x="10659110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 userDrawn="1">
            <p:custDataLst>
              <p:tags r:id="rId26"/>
            </p:custDataLst>
          </p:nvPr>
        </p:nvSpPr>
        <p:spPr>
          <a:xfrm rot="5400000">
            <a:off x="10666730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 userDrawn="1">
            <p:custDataLst>
              <p:tags r:id="rId27"/>
            </p:custDataLst>
          </p:nvPr>
        </p:nvSpPr>
        <p:spPr>
          <a:xfrm rot="5400000">
            <a:off x="10674350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椭圆 16"/>
          <p:cNvSpPr/>
          <p:nvPr userDrawn="1">
            <p:custDataLst>
              <p:tags r:id="rId28"/>
            </p:custDataLst>
          </p:nvPr>
        </p:nvSpPr>
        <p:spPr>
          <a:xfrm rot="5400000">
            <a:off x="10666730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椭圆 17"/>
          <p:cNvSpPr/>
          <p:nvPr userDrawn="1">
            <p:custDataLst>
              <p:tags r:id="rId29"/>
            </p:custDataLst>
          </p:nvPr>
        </p:nvSpPr>
        <p:spPr>
          <a:xfrm rot="5400000">
            <a:off x="10674350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9" name="椭圆 18"/>
          <p:cNvSpPr/>
          <p:nvPr userDrawn="1">
            <p:custDataLst>
              <p:tags r:id="rId30"/>
            </p:custDataLst>
          </p:nvPr>
        </p:nvSpPr>
        <p:spPr>
          <a:xfrm rot="5400000">
            <a:off x="10659110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 userDrawn="1">
            <p:custDataLst>
              <p:tags r:id="rId31"/>
            </p:custDataLst>
          </p:nvPr>
        </p:nvSpPr>
        <p:spPr>
          <a:xfrm>
            <a:off x="7772400" y="2632800"/>
            <a:ext cx="3374136" cy="4225200"/>
          </a:xfrm>
          <a:custGeom>
            <a:avLst/>
            <a:gdLst>
              <a:gd name="connsiteX0" fmla="*/ 0 w 3374136"/>
              <a:gd name="connsiteY0" fmla="*/ 0 h 4225200"/>
              <a:gd name="connsiteX1" fmla="*/ 1344581 w 3374136"/>
              <a:gd name="connsiteY1" fmla="*/ 0 h 4225200"/>
              <a:gd name="connsiteX2" fmla="*/ 3374136 w 3374136"/>
              <a:gd name="connsiteY2" fmla="*/ 2033228 h 4225200"/>
              <a:gd name="connsiteX3" fmla="*/ 3374136 w 3374136"/>
              <a:gd name="connsiteY3" fmla="*/ 4225200 h 4225200"/>
              <a:gd name="connsiteX4" fmla="*/ 0 w 3374136"/>
              <a:gd name="connsiteY4" fmla="*/ 4225200 h 4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4136" h="4225200">
                <a:moveTo>
                  <a:pt x="0" y="0"/>
                </a:moveTo>
                <a:lnTo>
                  <a:pt x="1344581" y="0"/>
                </a:lnTo>
                <a:cubicBezTo>
                  <a:pt x="2465479" y="0"/>
                  <a:pt x="3374136" y="910307"/>
                  <a:pt x="3374136" y="2033228"/>
                </a:cubicBezTo>
                <a:lnTo>
                  <a:pt x="3374136" y="4225200"/>
                </a:lnTo>
                <a:lnTo>
                  <a:pt x="0" y="4225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8640000" scaled="0"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Intersect-2186&amp;721" descr="preencoded.png"/>
          <p:cNvSpPr/>
          <p:nvPr>
            <p:custDataLst>
              <p:tags r:id="rId32"/>
            </p:custDataLst>
          </p:nvPr>
        </p:nvSpPr>
        <p:spPr>
          <a:xfrm>
            <a:off x="8925759" y="2550549"/>
            <a:ext cx="2342371" cy="2450196"/>
          </a:xfrm>
          <a:custGeom>
            <a:avLst/>
            <a:gdLst>
              <a:gd name="connsiteX0" fmla="*/ 2342371 w 2342371"/>
              <a:gd name="connsiteY0" fmla="*/ 2450197 h 2450196"/>
              <a:gd name="connsiteX1" fmla="*/ 0 w 2342371"/>
              <a:gd name="connsiteY1" fmla="*/ 0 h 2450196"/>
              <a:gd name="connsiteX2" fmla="*/ 2342371 w 2342371"/>
              <a:gd name="connsiteY2" fmla="*/ 2450197 h 24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2371" h="2450196">
                <a:moveTo>
                  <a:pt x="2342371" y="2450197"/>
                </a:moveTo>
                <a:cubicBezTo>
                  <a:pt x="1051600" y="2367809"/>
                  <a:pt x="26634" y="1306616"/>
                  <a:pt x="0" y="0"/>
                </a:cubicBezTo>
                <a:cubicBezTo>
                  <a:pt x="1290770" y="82394"/>
                  <a:pt x="2315727" y="1143573"/>
                  <a:pt x="2342371" y="245019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5641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3"/>
            </p:custDataLst>
          </p:nvPr>
        </p:nvSpPr>
        <p:spPr>
          <a:xfrm>
            <a:off x="10096945" y="547285"/>
            <a:ext cx="1164336" cy="3763458"/>
          </a:xfrm>
        </p:spPr>
        <p:txBody>
          <a:bodyPr vert="eaVert" wrap="square" anchor="ctr">
            <a:normAutofit/>
          </a:bodyPr>
          <a:lstStyle>
            <a:lvl1pPr algn="ctr"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Ellipse 37-2186&amp;687" descr="preencoded.png"/>
          <p:cNvSpPr/>
          <p:nvPr userDrawn="1">
            <p:custDataLst>
              <p:tags r:id="rId2"/>
            </p:custDataLst>
          </p:nvPr>
        </p:nvSpPr>
        <p:spPr>
          <a:xfrm>
            <a:off x="1463040" y="6091732"/>
            <a:ext cx="1649831" cy="766268"/>
          </a:xfrm>
          <a:custGeom>
            <a:avLst/>
            <a:gdLst>
              <a:gd name="connsiteX0" fmla="*/ 0 w 1892808"/>
              <a:gd name="connsiteY0" fmla="*/ 879119 h 879119"/>
              <a:gd name="connsiteX1" fmla="*/ 72041 w 1892808"/>
              <a:gd name="connsiteY1" fmla="*/ 542695 h 879119"/>
              <a:gd name="connsiteX2" fmla="*/ 277195 w 1892808"/>
              <a:gd name="connsiteY2" fmla="*/ 257488 h 879119"/>
              <a:gd name="connsiteX3" fmla="*/ 584231 w 1892808"/>
              <a:gd name="connsiteY3" fmla="*/ 66919 h 879119"/>
              <a:gd name="connsiteX4" fmla="*/ 946404 w 1892808"/>
              <a:gd name="connsiteY4" fmla="*/ 0 h 879119"/>
              <a:gd name="connsiteX5" fmla="*/ 1308578 w 1892808"/>
              <a:gd name="connsiteY5" fmla="*/ 66919 h 879119"/>
              <a:gd name="connsiteX6" fmla="*/ 1615607 w 1892808"/>
              <a:gd name="connsiteY6" fmla="*/ 257488 h 879119"/>
              <a:gd name="connsiteX7" fmla="*/ 1820767 w 1892808"/>
              <a:gd name="connsiteY7" fmla="*/ 542695 h 879119"/>
              <a:gd name="connsiteX8" fmla="*/ 1892808 w 1892808"/>
              <a:gd name="connsiteY8" fmla="*/ 879119 h 879119"/>
              <a:gd name="connsiteX9" fmla="*/ 946404 w 1892808"/>
              <a:gd name="connsiteY9" fmla="*/ 879119 h 87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9119">
                <a:moveTo>
                  <a:pt x="0" y="879119"/>
                </a:moveTo>
                <a:cubicBezTo>
                  <a:pt x="0" y="763671"/>
                  <a:pt x="24479" y="649354"/>
                  <a:pt x="72041" y="542695"/>
                </a:cubicBezTo>
                <a:cubicBezTo>
                  <a:pt x="119602" y="436036"/>
                  <a:pt x="189314" y="339121"/>
                  <a:pt x="277195" y="257488"/>
                </a:cubicBezTo>
                <a:cubicBezTo>
                  <a:pt x="365077" y="175854"/>
                  <a:pt x="469408" y="111099"/>
                  <a:pt x="584231" y="66919"/>
                </a:cubicBezTo>
                <a:cubicBezTo>
                  <a:pt x="699053" y="22739"/>
                  <a:pt x="822120" y="0"/>
                  <a:pt x="946404" y="0"/>
                </a:cubicBezTo>
                <a:cubicBezTo>
                  <a:pt x="1070688" y="0"/>
                  <a:pt x="1193755" y="22739"/>
                  <a:pt x="1308578" y="66919"/>
                </a:cubicBezTo>
                <a:cubicBezTo>
                  <a:pt x="1423404" y="111099"/>
                  <a:pt x="1527725" y="175854"/>
                  <a:pt x="1615607" y="257488"/>
                </a:cubicBezTo>
                <a:cubicBezTo>
                  <a:pt x="1703489" y="339123"/>
                  <a:pt x="1773206" y="436036"/>
                  <a:pt x="1820767" y="542695"/>
                </a:cubicBezTo>
                <a:cubicBezTo>
                  <a:pt x="1868329" y="649354"/>
                  <a:pt x="1892808" y="763671"/>
                  <a:pt x="1892808" y="879119"/>
                </a:cubicBezTo>
                <a:lnTo>
                  <a:pt x="946404" y="879119"/>
                </a:ln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60" name="任意多边形: 形状 59" descr="preencoded.png"/>
          <p:cNvSpPr/>
          <p:nvPr userDrawn="1">
            <p:custDataLst>
              <p:tags r:id="rId3"/>
            </p:custDataLst>
          </p:nvPr>
        </p:nvSpPr>
        <p:spPr>
          <a:xfrm>
            <a:off x="10616093" y="0"/>
            <a:ext cx="1575907" cy="621793"/>
          </a:xfrm>
          <a:custGeom>
            <a:avLst/>
            <a:gdLst>
              <a:gd name="connsiteX0" fmla="*/ 0 w 1575907"/>
              <a:gd name="connsiteY0" fmla="*/ 0 h 621793"/>
              <a:gd name="connsiteX1" fmla="*/ 1575907 w 1575907"/>
              <a:gd name="connsiteY1" fmla="*/ 0 h 621793"/>
              <a:gd name="connsiteX2" fmla="*/ 1575907 w 1575907"/>
              <a:gd name="connsiteY2" fmla="*/ 354873 h 621793"/>
              <a:gd name="connsiteX3" fmla="*/ 1568328 w 1575907"/>
              <a:gd name="connsiteY3" fmla="*/ 363481 h 621793"/>
              <a:gd name="connsiteX4" fmla="*/ 1261382 w 1575907"/>
              <a:gd name="connsiteY4" fmla="*/ 554659 h 621793"/>
              <a:gd name="connsiteX5" fmla="*/ 899305 w 1575907"/>
              <a:gd name="connsiteY5" fmla="*/ 621793 h 621793"/>
              <a:gd name="connsiteX6" fmla="*/ 537229 w 1575907"/>
              <a:gd name="connsiteY6" fmla="*/ 554659 h 621793"/>
              <a:gd name="connsiteX7" fmla="*/ 230275 w 1575907"/>
              <a:gd name="connsiteY7" fmla="*/ 363481 h 621793"/>
              <a:gd name="connsiteX8" fmla="*/ 25176 w 1575907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5907" h="621793">
                <a:moveTo>
                  <a:pt x="0" y="0"/>
                </a:moveTo>
                <a:lnTo>
                  <a:pt x="1575907" y="0"/>
                </a:lnTo>
                <a:lnTo>
                  <a:pt x="1575907" y="354873"/>
                </a:lnTo>
                <a:lnTo>
                  <a:pt x="1568328" y="363481"/>
                </a:lnTo>
                <a:cubicBezTo>
                  <a:pt x="1480470" y="445376"/>
                  <a:pt x="1376177" y="510338"/>
                  <a:pt x="1261382" y="554659"/>
                </a:cubicBezTo>
                <a:cubicBezTo>
                  <a:pt x="1146589" y="598980"/>
                  <a:pt x="1023556" y="621793"/>
                  <a:pt x="899305" y="621793"/>
                </a:cubicBezTo>
                <a:cubicBezTo>
                  <a:pt x="775055" y="621793"/>
                  <a:pt x="652021" y="598980"/>
                  <a:pt x="537229" y="554659"/>
                </a:cubicBezTo>
                <a:cubicBezTo>
                  <a:pt x="422437" y="510338"/>
                  <a:pt x="318134" y="445376"/>
                  <a:pt x="230275" y="363481"/>
                </a:cubicBezTo>
                <a:cubicBezTo>
                  <a:pt x="142418" y="281587"/>
                  <a:pt x="72725" y="184363"/>
                  <a:pt x="25176" y="77363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2" name="椭圆 51"/>
          <p:cNvSpPr/>
          <p:nvPr userDrawn="1">
            <p:custDataLst>
              <p:tags r:id="rId4"/>
            </p:custDataLst>
          </p:nvPr>
        </p:nvSpPr>
        <p:spPr>
          <a:xfrm>
            <a:off x="1032192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3" name="椭圆 52"/>
          <p:cNvSpPr/>
          <p:nvPr userDrawn="1">
            <p:custDataLst>
              <p:tags r:id="rId5"/>
            </p:custDataLst>
          </p:nvPr>
        </p:nvSpPr>
        <p:spPr>
          <a:xfrm>
            <a:off x="10621010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4" name="椭圆 53"/>
          <p:cNvSpPr/>
          <p:nvPr userDrawn="1">
            <p:custDataLst>
              <p:tags r:id="rId6"/>
            </p:custDataLst>
          </p:nvPr>
        </p:nvSpPr>
        <p:spPr>
          <a:xfrm>
            <a:off x="10920095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5" name="椭圆 54"/>
          <p:cNvSpPr/>
          <p:nvPr userDrawn="1">
            <p:custDataLst>
              <p:tags r:id="rId7"/>
            </p:custDataLst>
          </p:nvPr>
        </p:nvSpPr>
        <p:spPr>
          <a:xfrm>
            <a:off x="11218545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6" name="椭圆 55"/>
          <p:cNvSpPr/>
          <p:nvPr userDrawn="1">
            <p:custDataLst>
              <p:tags r:id="rId8"/>
            </p:custDataLst>
          </p:nvPr>
        </p:nvSpPr>
        <p:spPr>
          <a:xfrm>
            <a:off x="11517630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7" name="椭圆 56"/>
          <p:cNvSpPr/>
          <p:nvPr userDrawn="1">
            <p:custDataLst>
              <p:tags r:id="rId9"/>
            </p:custDataLst>
          </p:nvPr>
        </p:nvSpPr>
        <p:spPr>
          <a:xfrm>
            <a:off x="1181671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6" name="椭圆 45"/>
          <p:cNvSpPr/>
          <p:nvPr userDrawn="1">
            <p:custDataLst>
              <p:tags r:id="rId10"/>
            </p:custDataLst>
          </p:nvPr>
        </p:nvSpPr>
        <p:spPr>
          <a:xfrm>
            <a:off x="1032192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7" name="椭圆 46"/>
          <p:cNvSpPr/>
          <p:nvPr userDrawn="1">
            <p:custDataLst>
              <p:tags r:id="rId11"/>
            </p:custDataLst>
          </p:nvPr>
        </p:nvSpPr>
        <p:spPr>
          <a:xfrm>
            <a:off x="10621010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8" name="椭圆 47"/>
          <p:cNvSpPr/>
          <p:nvPr userDrawn="1">
            <p:custDataLst>
              <p:tags r:id="rId12"/>
            </p:custDataLst>
          </p:nvPr>
        </p:nvSpPr>
        <p:spPr>
          <a:xfrm>
            <a:off x="10920095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9" name="椭圆 48"/>
          <p:cNvSpPr/>
          <p:nvPr userDrawn="1">
            <p:custDataLst>
              <p:tags r:id="rId13"/>
            </p:custDataLst>
          </p:nvPr>
        </p:nvSpPr>
        <p:spPr>
          <a:xfrm>
            <a:off x="11218545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0" name="椭圆 49"/>
          <p:cNvSpPr/>
          <p:nvPr userDrawn="1">
            <p:custDataLst>
              <p:tags r:id="rId14"/>
            </p:custDataLst>
          </p:nvPr>
        </p:nvSpPr>
        <p:spPr>
          <a:xfrm>
            <a:off x="11517630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椭圆 50"/>
          <p:cNvSpPr/>
          <p:nvPr userDrawn="1">
            <p:custDataLst>
              <p:tags r:id="rId15"/>
            </p:custDataLst>
          </p:nvPr>
        </p:nvSpPr>
        <p:spPr>
          <a:xfrm>
            <a:off x="1181671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0" name="椭圆 39"/>
          <p:cNvSpPr/>
          <p:nvPr userDrawn="1">
            <p:custDataLst>
              <p:tags r:id="rId16"/>
            </p:custDataLst>
          </p:nvPr>
        </p:nvSpPr>
        <p:spPr>
          <a:xfrm>
            <a:off x="1032192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1" name="椭圆 40"/>
          <p:cNvSpPr/>
          <p:nvPr userDrawn="1">
            <p:custDataLst>
              <p:tags r:id="rId17"/>
            </p:custDataLst>
          </p:nvPr>
        </p:nvSpPr>
        <p:spPr>
          <a:xfrm>
            <a:off x="10621010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2" name="椭圆 41"/>
          <p:cNvSpPr/>
          <p:nvPr userDrawn="1">
            <p:custDataLst>
              <p:tags r:id="rId18"/>
            </p:custDataLst>
          </p:nvPr>
        </p:nvSpPr>
        <p:spPr>
          <a:xfrm>
            <a:off x="10920095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椭圆 42"/>
          <p:cNvSpPr/>
          <p:nvPr userDrawn="1">
            <p:custDataLst>
              <p:tags r:id="rId19"/>
            </p:custDataLst>
          </p:nvPr>
        </p:nvSpPr>
        <p:spPr>
          <a:xfrm>
            <a:off x="11218545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椭圆 43"/>
          <p:cNvSpPr/>
          <p:nvPr userDrawn="1">
            <p:custDataLst>
              <p:tags r:id="rId20"/>
            </p:custDataLst>
          </p:nvPr>
        </p:nvSpPr>
        <p:spPr>
          <a:xfrm>
            <a:off x="11517630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椭圆 44"/>
          <p:cNvSpPr/>
          <p:nvPr userDrawn="1">
            <p:custDataLst>
              <p:tags r:id="rId21"/>
            </p:custDataLst>
          </p:nvPr>
        </p:nvSpPr>
        <p:spPr>
          <a:xfrm>
            <a:off x="1181671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 userDrawn="1">
            <p:custDataLst>
              <p:tags r:id="rId22"/>
            </p:custDataLst>
          </p:nvPr>
        </p:nvSpPr>
        <p:spPr>
          <a:xfrm>
            <a:off x="1032192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 userDrawn="1">
            <p:custDataLst>
              <p:tags r:id="rId23"/>
            </p:custDataLst>
          </p:nvPr>
        </p:nvSpPr>
        <p:spPr>
          <a:xfrm>
            <a:off x="10621010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 userDrawn="1">
            <p:custDataLst>
              <p:tags r:id="rId24"/>
            </p:custDataLst>
          </p:nvPr>
        </p:nvSpPr>
        <p:spPr>
          <a:xfrm>
            <a:off x="10920095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 userDrawn="1">
            <p:custDataLst>
              <p:tags r:id="rId25"/>
            </p:custDataLst>
          </p:nvPr>
        </p:nvSpPr>
        <p:spPr>
          <a:xfrm>
            <a:off x="11218545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椭圆 37"/>
          <p:cNvSpPr/>
          <p:nvPr userDrawn="1">
            <p:custDataLst>
              <p:tags r:id="rId26"/>
            </p:custDataLst>
          </p:nvPr>
        </p:nvSpPr>
        <p:spPr>
          <a:xfrm>
            <a:off x="11517630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椭圆 38"/>
          <p:cNvSpPr/>
          <p:nvPr userDrawn="1">
            <p:custDataLst>
              <p:tags r:id="rId27"/>
            </p:custDataLst>
          </p:nvPr>
        </p:nvSpPr>
        <p:spPr>
          <a:xfrm>
            <a:off x="1181671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 userDrawn="1">
            <p:custDataLst>
              <p:tags r:id="rId28"/>
            </p:custDataLst>
          </p:nvPr>
        </p:nvSpPr>
        <p:spPr>
          <a:xfrm>
            <a:off x="1032192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 userDrawn="1">
            <p:custDataLst>
              <p:tags r:id="rId29"/>
            </p:custDataLst>
          </p:nvPr>
        </p:nvSpPr>
        <p:spPr>
          <a:xfrm>
            <a:off x="10621010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 userDrawn="1">
            <p:custDataLst>
              <p:tags r:id="rId30"/>
            </p:custDataLst>
          </p:nvPr>
        </p:nvSpPr>
        <p:spPr>
          <a:xfrm>
            <a:off x="10920095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 userDrawn="1">
            <p:custDataLst>
              <p:tags r:id="rId31"/>
            </p:custDataLst>
          </p:nvPr>
        </p:nvSpPr>
        <p:spPr>
          <a:xfrm>
            <a:off x="11218545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 userDrawn="1">
            <p:custDataLst>
              <p:tags r:id="rId32"/>
            </p:custDataLst>
          </p:nvPr>
        </p:nvSpPr>
        <p:spPr>
          <a:xfrm>
            <a:off x="11517630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 userDrawn="1">
            <p:custDataLst>
              <p:tags r:id="rId33"/>
            </p:custDataLst>
          </p:nvPr>
        </p:nvSpPr>
        <p:spPr>
          <a:xfrm>
            <a:off x="1181671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椭圆 21"/>
          <p:cNvSpPr/>
          <p:nvPr userDrawn="1">
            <p:custDataLst>
              <p:tags r:id="rId34"/>
            </p:custDataLst>
          </p:nvPr>
        </p:nvSpPr>
        <p:spPr>
          <a:xfrm>
            <a:off x="1032192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 userDrawn="1">
            <p:custDataLst>
              <p:tags r:id="rId35"/>
            </p:custDataLst>
          </p:nvPr>
        </p:nvSpPr>
        <p:spPr>
          <a:xfrm>
            <a:off x="10621010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4" name="椭圆 23"/>
          <p:cNvSpPr/>
          <p:nvPr userDrawn="1">
            <p:custDataLst>
              <p:tags r:id="rId36"/>
            </p:custDataLst>
          </p:nvPr>
        </p:nvSpPr>
        <p:spPr>
          <a:xfrm>
            <a:off x="10920095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 userDrawn="1">
            <p:custDataLst>
              <p:tags r:id="rId37"/>
            </p:custDataLst>
          </p:nvPr>
        </p:nvSpPr>
        <p:spPr>
          <a:xfrm>
            <a:off x="11218545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 userDrawn="1">
            <p:custDataLst>
              <p:tags r:id="rId38"/>
            </p:custDataLst>
          </p:nvPr>
        </p:nvSpPr>
        <p:spPr>
          <a:xfrm>
            <a:off x="11517630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>
            <p:custDataLst>
              <p:tags r:id="rId39"/>
            </p:custDataLst>
          </p:nvPr>
        </p:nvSpPr>
        <p:spPr>
          <a:xfrm>
            <a:off x="1181671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1"/>
            </p:custDataLst>
          </p:nvPr>
        </p:nvSpPr>
        <p:spPr>
          <a:xfrm>
            <a:off x="5259705" y="2204720"/>
            <a:ext cx="6180455" cy="2469515"/>
          </a:xfrm>
        </p:spPr>
        <p:txBody>
          <a:bodyPr wrap="square" anchor="ctr">
            <a:normAutofit/>
          </a:bodyPr>
          <a:lstStyle>
            <a:lvl1pPr algn="l">
              <a:defRPr sz="48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4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3" name="任意多边形: 形状 39" descr="preencoded.png"/>
          <p:cNvSpPr/>
          <p:nvPr userDrawn="1">
            <p:custDataLst>
              <p:tags r:id="rId44"/>
            </p:custDataLst>
          </p:nvPr>
        </p:nvSpPr>
        <p:spPr>
          <a:xfrm flipH="1">
            <a:off x="0" y="0"/>
            <a:ext cx="3133090" cy="4866640"/>
          </a:xfrm>
          <a:custGeom>
            <a:avLst/>
            <a:gdLst>
              <a:gd name="connsiteX0" fmla="*/ 0 w 3119566"/>
              <a:gd name="connsiteY0" fmla="*/ 0 h 4866702"/>
              <a:gd name="connsiteX1" fmla="*/ 3119566 w 3119566"/>
              <a:gd name="connsiteY1" fmla="*/ 0 h 4866702"/>
              <a:gd name="connsiteX2" fmla="*/ 3119566 w 3119566"/>
              <a:gd name="connsiteY2" fmla="*/ 4866702 h 4866702"/>
              <a:gd name="connsiteX3" fmla="*/ 2033983 w 3119566"/>
              <a:gd name="connsiteY3" fmla="*/ 4866702 h 4866702"/>
              <a:gd name="connsiteX4" fmla="*/ 0 w 3119566"/>
              <a:gd name="connsiteY4" fmla="*/ 2835342 h 486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566" h="4866702">
                <a:moveTo>
                  <a:pt x="0" y="0"/>
                </a:moveTo>
                <a:lnTo>
                  <a:pt x="3119566" y="0"/>
                </a:lnTo>
                <a:lnTo>
                  <a:pt x="3119566" y="4866702"/>
                </a:lnTo>
                <a:lnTo>
                  <a:pt x="2033983" y="4866702"/>
                </a:lnTo>
                <a:cubicBezTo>
                  <a:pt x="910644" y="4866702"/>
                  <a:pt x="0" y="3957237"/>
                  <a:pt x="0" y="283534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任意多边形: 形状 50"/>
          <p:cNvSpPr/>
          <p:nvPr userDrawn="1">
            <p:custDataLst>
              <p:tags r:id="rId45"/>
            </p:custDataLst>
          </p:nvPr>
        </p:nvSpPr>
        <p:spPr>
          <a:xfrm flipH="1">
            <a:off x="1058545" y="2632710"/>
            <a:ext cx="3374390" cy="4225290"/>
          </a:xfrm>
          <a:custGeom>
            <a:avLst/>
            <a:gdLst>
              <a:gd name="connsiteX0" fmla="*/ 0 w 3374136"/>
              <a:gd name="connsiteY0" fmla="*/ 0 h 4225200"/>
              <a:gd name="connsiteX1" fmla="*/ 1344581 w 3374136"/>
              <a:gd name="connsiteY1" fmla="*/ 0 h 4225200"/>
              <a:gd name="connsiteX2" fmla="*/ 3374136 w 3374136"/>
              <a:gd name="connsiteY2" fmla="*/ 2033228 h 4225200"/>
              <a:gd name="connsiteX3" fmla="*/ 3374136 w 3374136"/>
              <a:gd name="connsiteY3" fmla="*/ 4225200 h 4225200"/>
              <a:gd name="connsiteX4" fmla="*/ 0 w 3374136"/>
              <a:gd name="connsiteY4" fmla="*/ 4225200 h 4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4136" h="4225200">
                <a:moveTo>
                  <a:pt x="0" y="0"/>
                </a:moveTo>
                <a:lnTo>
                  <a:pt x="1344581" y="0"/>
                </a:lnTo>
                <a:cubicBezTo>
                  <a:pt x="2465479" y="0"/>
                  <a:pt x="3374136" y="910307"/>
                  <a:pt x="3374136" y="2033228"/>
                </a:cubicBezTo>
                <a:lnTo>
                  <a:pt x="3374136" y="4225200"/>
                </a:lnTo>
                <a:lnTo>
                  <a:pt x="0" y="4225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3000">
                <a:schemeClr val="bg1">
                  <a:alpha val="0"/>
                </a:schemeClr>
              </a:gs>
            </a:gsLst>
            <a:lin ang="10200000" scaled="0"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Intersect-2186&amp;721" descr="preencoded.png"/>
          <p:cNvSpPr/>
          <p:nvPr userDrawn="1">
            <p:custDataLst>
              <p:tags r:id="rId46"/>
            </p:custDataLst>
          </p:nvPr>
        </p:nvSpPr>
        <p:spPr>
          <a:xfrm flipH="1">
            <a:off x="937260" y="2550795"/>
            <a:ext cx="2342515" cy="2450465"/>
          </a:xfrm>
          <a:custGeom>
            <a:avLst/>
            <a:gdLst>
              <a:gd name="connsiteX0" fmla="*/ 2342371 w 2342371"/>
              <a:gd name="connsiteY0" fmla="*/ 2450197 h 2450196"/>
              <a:gd name="connsiteX1" fmla="*/ 0 w 2342371"/>
              <a:gd name="connsiteY1" fmla="*/ 0 h 2450196"/>
              <a:gd name="connsiteX2" fmla="*/ 2342371 w 2342371"/>
              <a:gd name="connsiteY2" fmla="*/ 2450197 h 24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2371" h="2450196">
                <a:moveTo>
                  <a:pt x="2342371" y="2450197"/>
                </a:moveTo>
                <a:cubicBezTo>
                  <a:pt x="1051600" y="2367809"/>
                  <a:pt x="26634" y="1306616"/>
                  <a:pt x="0" y="0"/>
                </a:cubicBezTo>
                <a:cubicBezTo>
                  <a:pt x="1290770" y="82394"/>
                  <a:pt x="2315727" y="1143573"/>
                  <a:pt x="2342371" y="245019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5641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Rectangle 41650-2186&amp;685" descr="preencoded.png"/>
          <p:cNvSpPr/>
          <p:nvPr userDrawn="1">
            <p:custDataLst>
              <p:tags r:id="rId47"/>
            </p:custDataLst>
          </p:nvPr>
        </p:nvSpPr>
        <p:spPr>
          <a:xfrm>
            <a:off x="3962527" y="2980944"/>
            <a:ext cx="969264" cy="969264"/>
          </a:xfrm>
          <a:custGeom>
            <a:avLst/>
            <a:gdLst>
              <a:gd name="connsiteX0" fmla="*/ 0 w 969264"/>
              <a:gd name="connsiteY0" fmla="*/ 484632 h 969264"/>
              <a:gd name="connsiteX1" fmla="*/ 484632 w 969264"/>
              <a:gd name="connsiteY1" fmla="*/ 0 h 969264"/>
              <a:gd name="connsiteX2" fmla="*/ 484632 w 969264"/>
              <a:gd name="connsiteY2" fmla="*/ 0 h 969264"/>
              <a:gd name="connsiteX3" fmla="*/ 969264 w 969264"/>
              <a:gd name="connsiteY3" fmla="*/ 484632 h 969264"/>
              <a:gd name="connsiteX4" fmla="*/ 969264 w 969264"/>
              <a:gd name="connsiteY4" fmla="*/ 484632 h 969264"/>
              <a:gd name="connsiteX5" fmla="*/ 484632 w 969264"/>
              <a:gd name="connsiteY5" fmla="*/ 969264 h 969264"/>
              <a:gd name="connsiteX6" fmla="*/ 484632 w 969264"/>
              <a:gd name="connsiteY6" fmla="*/ 969264 h 969264"/>
              <a:gd name="connsiteX7" fmla="*/ 0 w 969264"/>
              <a:gd name="connsiteY7" fmla="*/ 484632 h 96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9264" h="969264">
                <a:moveTo>
                  <a:pt x="0" y="484632"/>
                </a:moveTo>
                <a:cubicBezTo>
                  <a:pt x="0" y="216977"/>
                  <a:pt x="216977" y="0"/>
                  <a:pt x="484632" y="0"/>
                </a:cubicBezTo>
                <a:lnTo>
                  <a:pt x="484632" y="0"/>
                </a:lnTo>
                <a:cubicBezTo>
                  <a:pt x="752287" y="0"/>
                  <a:pt x="969264" y="216977"/>
                  <a:pt x="969264" y="484632"/>
                </a:cubicBezTo>
                <a:lnTo>
                  <a:pt x="969264" y="484632"/>
                </a:lnTo>
                <a:cubicBezTo>
                  <a:pt x="969264" y="752287"/>
                  <a:pt x="752287" y="969264"/>
                  <a:pt x="484632" y="969264"/>
                </a:cubicBezTo>
                <a:lnTo>
                  <a:pt x="484632" y="969264"/>
                </a:lnTo>
                <a:cubicBezTo>
                  <a:pt x="216977" y="969264"/>
                  <a:pt x="0" y="752287"/>
                  <a:pt x="0" y="484632"/>
                </a:cubicBezTo>
                <a:close/>
              </a:path>
            </a:pathLst>
          </a:custGeom>
          <a:solidFill>
            <a:schemeClr val="accent2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节编号 3"/>
          <p:cNvSpPr>
            <a:spLocks noGrp="1"/>
          </p:cNvSpPr>
          <p:nvPr>
            <p:ph type="body" sz="quarter" idx="13" hasCustomPrompt="1"/>
            <p:custDataLst>
              <p:tags r:id="rId48"/>
            </p:custDataLst>
          </p:nvPr>
        </p:nvSpPr>
        <p:spPr>
          <a:xfrm>
            <a:off x="3977041" y="2190379"/>
            <a:ext cx="931418" cy="2469772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4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任意多边形: 形状 1" descr="preencoded.png"/>
          <p:cNvSpPr/>
          <p:nvPr userDrawn="1">
            <p:custDataLst>
              <p:tags r:id="rId6"/>
            </p:custDataLst>
          </p:nvPr>
        </p:nvSpPr>
        <p:spPr>
          <a:xfrm>
            <a:off x="46857" y="1"/>
            <a:ext cx="1045343" cy="361286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椭圆 16"/>
          <p:cNvSpPr/>
          <p:nvPr userDrawn="1">
            <p:custDataLst>
              <p:tags r:id="rId7"/>
            </p:custDataLst>
          </p:nvPr>
        </p:nvSpPr>
        <p:spPr>
          <a:xfrm>
            <a:off x="11435715" y="618109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椭圆 17"/>
          <p:cNvSpPr/>
          <p:nvPr userDrawn="1">
            <p:custDataLst>
              <p:tags r:id="rId8"/>
            </p:custDataLst>
          </p:nvPr>
        </p:nvSpPr>
        <p:spPr>
          <a:xfrm>
            <a:off x="11597005" y="617791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9" name="椭圆 18"/>
          <p:cNvSpPr/>
          <p:nvPr userDrawn="1">
            <p:custDataLst>
              <p:tags r:id="rId9"/>
            </p:custDataLst>
          </p:nvPr>
        </p:nvSpPr>
        <p:spPr>
          <a:xfrm>
            <a:off x="11758295" y="618426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 userDrawn="1">
            <p:custDataLst>
              <p:tags r:id="rId10"/>
            </p:custDataLst>
          </p:nvPr>
        </p:nvSpPr>
        <p:spPr>
          <a:xfrm>
            <a:off x="11435715" y="634238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 userDrawn="1">
            <p:custDataLst>
              <p:tags r:id="rId11"/>
            </p:custDataLst>
          </p:nvPr>
        </p:nvSpPr>
        <p:spPr>
          <a:xfrm>
            <a:off x="11597005" y="633920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 userDrawn="1">
            <p:custDataLst>
              <p:tags r:id="rId12"/>
            </p:custDataLst>
          </p:nvPr>
        </p:nvSpPr>
        <p:spPr>
          <a:xfrm>
            <a:off x="11758295" y="634555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椭圆 10"/>
          <p:cNvSpPr/>
          <p:nvPr userDrawn="1">
            <p:custDataLst>
              <p:tags r:id="rId13"/>
            </p:custDataLst>
          </p:nvPr>
        </p:nvSpPr>
        <p:spPr>
          <a:xfrm>
            <a:off x="11435715" y="650367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椭圆 11"/>
          <p:cNvSpPr/>
          <p:nvPr userDrawn="1">
            <p:custDataLst>
              <p:tags r:id="rId14"/>
            </p:custDataLst>
          </p:nvPr>
        </p:nvSpPr>
        <p:spPr>
          <a:xfrm>
            <a:off x="11597005" y="650049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 userDrawn="1">
            <p:custDataLst>
              <p:tags r:id="rId15"/>
            </p:custDataLst>
          </p:nvPr>
        </p:nvSpPr>
        <p:spPr>
          <a:xfrm>
            <a:off x="11758295" y="650684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37-2186&amp;742" descr="preencoded.png"/>
          <p:cNvSpPr/>
          <p:nvPr userDrawn="1">
            <p:custDataLst>
              <p:tags r:id="rId2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Rectangle 41649-2186&amp;734" descr="preencoded.png"/>
          <p:cNvSpPr/>
          <p:nvPr userDrawn="1">
            <p:custDataLst>
              <p:tags r:id="rId3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4" name="椭圆 53"/>
          <p:cNvSpPr/>
          <p:nvPr userDrawn="1">
            <p:custDataLst>
              <p:tags r:id="rId4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5" name="椭圆 54"/>
          <p:cNvSpPr/>
          <p:nvPr userDrawn="1">
            <p:custDataLst>
              <p:tags r:id="rId5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6" name="椭圆 55"/>
          <p:cNvSpPr/>
          <p:nvPr userDrawn="1">
            <p:custDataLst>
              <p:tags r:id="rId6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7" name="椭圆 56"/>
          <p:cNvSpPr/>
          <p:nvPr userDrawn="1">
            <p:custDataLst>
              <p:tags r:id="rId7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8" name="椭圆 57"/>
          <p:cNvSpPr/>
          <p:nvPr userDrawn="1">
            <p:custDataLst>
              <p:tags r:id="rId8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9" name="椭圆 58"/>
          <p:cNvSpPr/>
          <p:nvPr userDrawn="1">
            <p:custDataLst>
              <p:tags r:id="rId9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8" name="椭圆 47"/>
          <p:cNvSpPr/>
          <p:nvPr userDrawn="1">
            <p:custDataLst>
              <p:tags r:id="rId10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9" name="椭圆 48"/>
          <p:cNvSpPr/>
          <p:nvPr userDrawn="1">
            <p:custDataLst>
              <p:tags r:id="rId11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0" name="椭圆 49"/>
          <p:cNvSpPr/>
          <p:nvPr userDrawn="1">
            <p:custDataLst>
              <p:tags r:id="rId12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椭圆 50"/>
          <p:cNvSpPr/>
          <p:nvPr userDrawn="1">
            <p:custDataLst>
              <p:tags r:id="rId13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2" name="椭圆 51"/>
          <p:cNvSpPr/>
          <p:nvPr userDrawn="1">
            <p:custDataLst>
              <p:tags r:id="rId14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3" name="椭圆 52"/>
          <p:cNvSpPr/>
          <p:nvPr userDrawn="1">
            <p:custDataLst>
              <p:tags r:id="rId15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2" name="椭圆 41"/>
          <p:cNvSpPr/>
          <p:nvPr userDrawn="1">
            <p:custDataLst>
              <p:tags r:id="rId16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椭圆 42"/>
          <p:cNvSpPr/>
          <p:nvPr userDrawn="1">
            <p:custDataLst>
              <p:tags r:id="rId17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椭圆 43"/>
          <p:cNvSpPr/>
          <p:nvPr userDrawn="1">
            <p:custDataLst>
              <p:tags r:id="rId18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椭圆 44"/>
          <p:cNvSpPr/>
          <p:nvPr userDrawn="1">
            <p:custDataLst>
              <p:tags r:id="rId19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6" name="椭圆 45"/>
          <p:cNvSpPr/>
          <p:nvPr userDrawn="1">
            <p:custDataLst>
              <p:tags r:id="rId20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7" name="椭圆 46"/>
          <p:cNvSpPr/>
          <p:nvPr userDrawn="1">
            <p:custDataLst>
              <p:tags r:id="rId21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 userDrawn="1">
            <p:custDataLst>
              <p:tags r:id="rId22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 userDrawn="1">
            <p:custDataLst>
              <p:tags r:id="rId23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椭圆 37"/>
          <p:cNvSpPr/>
          <p:nvPr userDrawn="1">
            <p:custDataLst>
              <p:tags r:id="rId24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椭圆 38"/>
          <p:cNvSpPr/>
          <p:nvPr userDrawn="1">
            <p:custDataLst>
              <p:tags r:id="rId25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0" name="椭圆 39"/>
          <p:cNvSpPr/>
          <p:nvPr userDrawn="1">
            <p:custDataLst>
              <p:tags r:id="rId26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1" name="椭圆 40"/>
          <p:cNvSpPr/>
          <p:nvPr userDrawn="1">
            <p:custDataLst>
              <p:tags r:id="rId27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 userDrawn="1">
            <p:custDataLst>
              <p:tags r:id="rId28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 userDrawn="1">
            <p:custDataLst>
              <p:tags r:id="rId29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 userDrawn="1">
            <p:custDataLst>
              <p:tags r:id="rId30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 userDrawn="1">
            <p:custDataLst>
              <p:tags r:id="rId31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 userDrawn="1">
            <p:custDataLst>
              <p:tags r:id="rId32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 userDrawn="1">
            <p:custDataLst>
              <p:tags r:id="rId33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 userDrawn="1">
            <p:custDataLst>
              <p:tags r:id="rId34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 userDrawn="1">
            <p:custDataLst>
              <p:tags r:id="rId35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 userDrawn="1">
            <p:custDataLst>
              <p:tags r:id="rId36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>
            <p:custDataLst>
              <p:tags r:id="rId37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 userDrawn="1">
            <p:custDataLst>
              <p:tags r:id="rId38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 userDrawn="1">
            <p:custDataLst>
              <p:tags r:id="rId39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2" name="椭圆 71"/>
          <p:cNvSpPr/>
          <p:nvPr userDrawn="1">
            <p:custDataLst>
              <p:tags r:id="rId40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3" name="椭圆 72"/>
          <p:cNvSpPr/>
          <p:nvPr userDrawn="1">
            <p:custDataLst>
              <p:tags r:id="rId41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4" name="椭圆 73"/>
          <p:cNvSpPr/>
          <p:nvPr userDrawn="1">
            <p:custDataLst>
              <p:tags r:id="rId42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5" name="椭圆 74"/>
          <p:cNvSpPr/>
          <p:nvPr userDrawn="1">
            <p:custDataLst>
              <p:tags r:id="rId43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8" name="椭圆 67"/>
          <p:cNvSpPr/>
          <p:nvPr userDrawn="1">
            <p:custDataLst>
              <p:tags r:id="rId44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9" name="椭圆 68"/>
          <p:cNvSpPr/>
          <p:nvPr userDrawn="1">
            <p:custDataLst>
              <p:tags r:id="rId45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0" name="椭圆 69"/>
          <p:cNvSpPr/>
          <p:nvPr userDrawn="1">
            <p:custDataLst>
              <p:tags r:id="rId46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1" name="椭圆 70"/>
          <p:cNvSpPr/>
          <p:nvPr userDrawn="1">
            <p:custDataLst>
              <p:tags r:id="rId47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4" name="椭圆 63"/>
          <p:cNvSpPr/>
          <p:nvPr userDrawn="1">
            <p:custDataLst>
              <p:tags r:id="rId48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5" name="椭圆 64"/>
          <p:cNvSpPr/>
          <p:nvPr userDrawn="1">
            <p:custDataLst>
              <p:tags r:id="rId49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6" name="椭圆 65"/>
          <p:cNvSpPr/>
          <p:nvPr userDrawn="1">
            <p:custDataLst>
              <p:tags r:id="rId50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7" name="椭圆 66"/>
          <p:cNvSpPr/>
          <p:nvPr userDrawn="1">
            <p:custDataLst>
              <p:tags r:id="rId51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2"/>
            </p:custDataLst>
          </p:nvPr>
        </p:nvSpPr>
        <p:spPr>
          <a:xfrm>
            <a:off x="1183004" y="1256030"/>
            <a:ext cx="6032065" cy="227617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6"/>
            </p:custDataLst>
          </p:nvPr>
        </p:nvSpPr>
        <p:spPr>
          <a:xfrm>
            <a:off x="1183004" y="3871785"/>
            <a:ext cx="603206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任意多边形: 形状 7" descr="preencoded.png"/>
          <p:cNvSpPr/>
          <p:nvPr userDrawn="1">
            <p:custDataLst>
              <p:tags r:id="rId57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9" Type="http://schemas.openxmlformats.org/officeDocument/2006/relationships/theme" Target="../theme/theme2.xml"/><Relationship Id="rId28" Type="http://schemas.openxmlformats.org/officeDocument/2006/relationships/tags" Target="../tags/tag252.xml"/><Relationship Id="rId27" Type="http://schemas.openxmlformats.org/officeDocument/2006/relationships/tags" Target="../tags/tag251.xml"/><Relationship Id="rId26" Type="http://schemas.openxmlformats.org/officeDocument/2006/relationships/tags" Target="../tags/tag250.xml"/><Relationship Id="rId25" Type="http://schemas.openxmlformats.org/officeDocument/2006/relationships/tags" Target="../tags/tag249.xml"/><Relationship Id="rId24" Type="http://schemas.openxmlformats.org/officeDocument/2006/relationships/tags" Target="../tags/tag248.xml"/><Relationship Id="rId23" Type="http://schemas.openxmlformats.org/officeDocument/2006/relationships/tags" Target="../tags/tag247.xml"/><Relationship Id="rId22" Type="http://schemas.openxmlformats.org/officeDocument/2006/relationships/tags" Target="../tags/tag246.xml"/><Relationship Id="rId21" Type="http://schemas.openxmlformats.org/officeDocument/2006/relationships/tags" Target="../tags/tag245.xml"/><Relationship Id="rId20" Type="http://schemas.openxmlformats.org/officeDocument/2006/relationships/tags" Target="../tags/tag244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243.xml"/><Relationship Id="rId18" Type="http://schemas.openxmlformats.org/officeDocument/2006/relationships/tags" Target="../tags/tag242.xml"/><Relationship Id="rId17" Type="http://schemas.openxmlformats.org/officeDocument/2006/relationships/tags" Target="../tags/tag241.xml"/><Relationship Id="rId16" Type="http://schemas.openxmlformats.org/officeDocument/2006/relationships/tags" Target="../tags/tag240.xml"/><Relationship Id="rId15" Type="http://schemas.openxmlformats.org/officeDocument/2006/relationships/tags" Target="../tags/tag239.xml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13447" y="6019834"/>
            <a:ext cx="12205447" cy="858261"/>
            <a:chOff x="-13447" y="6019834"/>
            <a:chExt cx="12205447" cy="858261"/>
          </a:xfrm>
        </p:grpSpPr>
        <p:sp>
          <p:nvSpPr>
            <p:cNvPr id="8" name="Rectangle 7"/>
            <p:cNvSpPr/>
            <p:nvPr userDrawn="1"/>
          </p:nvSpPr>
          <p:spPr>
            <a:xfrm>
              <a:off x="-13447" y="6334780"/>
              <a:ext cx="12205447" cy="523220"/>
            </a:xfrm>
            <a:prstGeom prst="rect">
              <a:avLst/>
            </a:prstGeom>
            <a:gradFill flip="none" rotWithShape="1">
              <a:gsLst>
                <a:gs pos="0">
                  <a:srgbClr val="004071">
                    <a:shade val="30000"/>
                    <a:satMod val="115000"/>
                  </a:srgbClr>
                </a:gs>
                <a:gs pos="50000">
                  <a:srgbClr val="004071">
                    <a:shade val="67500"/>
                    <a:satMod val="115000"/>
                  </a:srgbClr>
                </a:gs>
                <a:gs pos="100000">
                  <a:srgbClr val="00407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solidFill>
                <a:srgbClr val="004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346635" y="6019834"/>
              <a:ext cx="872565" cy="85826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 userDrawn="1"/>
          </p:nvSpPr>
          <p:spPr>
            <a:xfrm>
              <a:off x="1219200" y="6365557"/>
              <a:ext cx="354371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x-none" sz="1200" b="0" dirty="0">
                  <a:solidFill>
                    <a:schemeClr val="bg1"/>
                  </a:solidFill>
                </a:rPr>
                <a:t>FACULTY OF COMPUTING</a:t>
              </a:r>
              <a:endParaRPr lang="x-none" sz="1200" b="0" dirty="0">
                <a:solidFill>
                  <a:schemeClr val="bg1"/>
                </a:solidFill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x-none" sz="1200" b="0" dirty="0">
                  <a:solidFill>
                    <a:schemeClr val="bg1"/>
                  </a:solidFill>
                </a:rPr>
                <a:t>SABARAGAMUWA UNIVERSITY OF SRI LANKA</a:t>
              </a:r>
              <a:endParaRPr lang="x-none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7811664" y="6365557"/>
              <a:ext cx="287020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b="0" dirty="0">
                  <a:solidFill>
                    <a:schemeClr val="bg1"/>
                  </a:solidFill>
                </a:rPr>
                <a:t>DEFENSE : </a:t>
              </a:r>
              <a:endParaRPr lang="x-none" sz="1200" b="0" dirty="0">
                <a:solidFill>
                  <a:schemeClr val="bg1"/>
                </a:solidFill>
              </a:endParaRPr>
            </a:p>
            <a:p>
              <a:r>
                <a:rPr lang="x-none" sz="1200" b="0" dirty="0">
                  <a:solidFill>
                    <a:schemeClr val="bg1"/>
                  </a:solidFill>
                </a:rPr>
                <a:t>DEPARTMENT OF SOFTWARE ENGINEERING</a:t>
              </a:r>
              <a:endParaRPr lang="x-none" sz="1200" b="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/>
          <p:cNvSpPr/>
          <p:nvPr userDrawn="1"/>
        </p:nvSpPr>
        <p:spPr>
          <a:xfrm>
            <a:off x="-13448" y="-12700"/>
            <a:ext cx="12205447" cy="1104900"/>
          </a:xfrm>
          <a:prstGeom prst="rect">
            <a:avLst/>
          </a:prstGeom>
          <a:gradFill flip="none" rotWithShape="1">
            <a:gsLst>
              <a:gs pos="0">
                <a:srgbClr val="004071">
                  <a:shade val="30000"/>
                  <a:satMod val="115000"/>
                </a:srgbClr>
              </a:gs>
              <a:gs pos="50000">
                <a:srgbClr val="004071">
                  <a:shade val="67500"/>
                  <a:satMod val="115000"/>
                </a:srgbClr>
              </a:gs>
              <a:gs pos="100000">
                <a:srgbClr val="004071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040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466873" y="6380945"/>
            <a:ext cx="16408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COMMUNITY</a:t>
            </a:r>
            <a:r>
              <a:rPr lang="x-none" sz="1200" b="1">
                <a:solidFill>
                  <a:schemeClr val="bg1"/>
                </a:solidFill>
              </a:rPr>
              <a:t> </a:t>
            </a:r>
            <a:r>
              <a:rPr lang="x-none" sz="1200" b="1" dirty="0">
                <a:solidFill>
                  <a:schemeClr val="bg1"/>
                </a:solidFill>
              </a:rPr>
              <a:t>PROJECT </a:t>
            </a:r>
            <a:endParaRPr lang="x-none" sz="1200" b="1" dirty="0">
              <a:solidFill>
                <a:schemeClr val="bg1"/>
              </a:solidFill>
            </a:endParaRPr>
          </a:p>
          <a:p>
            <a:pPr algn="ctr"/>
            <a:r>
              <a:rPr lang="x-none" sz="1200" b="1">
                <a:solidFill>
                  <a:schemeClr val="bg1"/>
                </a:solidFill>
              </a:rPr>
              <a:t>SE</a:t>
            </a:r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x-none" sz="1200" b="1">
                <a:solidFill>
                  <a:schemeClr val="bg1"/>
                </a:solidFill>
              </a:rPr>
              <a:t>10</a:t>
            </a: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x-none" sz="12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6" name="任意多边形: 形状 25" descr="preencoded.png"/>
          <p:cNvSpPr/>
          <p:nvPr>
            <p:custDataLst>
              <p:tags r:id="rId18"/>
            </p:custDataLst>
          </p:nvPr>
        </p:nvSpPr>
        <p:spPr>
          <a:xfrm>
            <a:off x="46857" y="0"/>
            <a:ext cx="1799094" cy="621793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椭圆 20"/>
          <p:cNvSpPr/>
          <p:nvPr>
            <p:custDataLst>
              <p:tags r:id="rId19"/>
            </p:custDataLst>
          </p:nvPr>
        </p:nvSpPr>
        <p:spPr>
          <a:xfrm>
            <a:off x="10922635" y="56635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20"/>
            </p:custDataLst>
          </p:nvPr>
        </p:nvSpPr>
        <p:spPr>
          <a:xfrm>
            <a:off x="11301730" y="565594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21"/>
            </p:custDataLst>
          </p:nvPr>
        </p:nvSpPr>
        <p:spPr>
          <a:xfrm>
            <a:off x="11680825" y="56711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椭圆 17"/>
          <p:cNvSpPr/>
          <p:nvPr>
            <p:custDataLst>
              <p:tags r:id="rId22"/>
            </p:custDataLst>
          </p:nvPr>
        </p:nvSpPr>
        <p:spPr>
          <a:xfrm>
            <a:off x="10922635" y="604266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椭圆 18"/>
          <p:cNvSpPr/>
          <p:nvPr>
            <p:custDataLst>
              <p:tags r:id="rId23"/>
            </p:custDataLst>
          </p:nvPr>
        </p:nvSpPr>
        <p:spPr>
          <a:xfrm>
            <a:off x="11301730" y="60350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椭圆 19"/>
          <p:cNvSpPr/>
          <p:nvPr>
            <p:custDataLst>
              <p:tags r:id="rId24"/>
            </p:custDataLst>
          </p:nvPr>
        </p:nvSpPr>
        <p:spPr>
          <a:xfrm>
            <a:off x="11680825" y="60502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>
            <p:custDataLst>
              <p:tags r:id="rId25"/>
            </p:custDataLst>
          </p:nvPr>
        </p:nvSpPr>
        <p:spPr>
          <a:xfrm>
            <a:off x="10922635" y="642175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>
            <p:custDataLst>
              <p:tags r:id="rId26"/>
            </p:custDataLst>
          </p:nvPr>
        </p:nvSpPr>
        <p:spPr>
          <a:xfrm>
            <a:off x="11301730" y="64141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椭圆 16"/>
          <p:cNvSpPr/>
          <p:nvPr>
            <p:custDataLst>
              <p:tags r:id="rId27"/>
            </p:custDataLst>
          </p:nvPr>
        </p:nvSpPr>
        <p:spPr>
          <a:xfrm>
            <a:off x="11680825" y="64293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259.xml"/><Relationship Id="rId7" Type="http://schemas.openxmlformats.org/officeDocument/2006/relationships/image" Target="../media/image2.png"/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tags" Target="../tags/tag26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tags" Target="../tags/tag27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75.xml"/><Relationship Id="rId2" Type="http://schemas.openxmlformats.org/officeDocument/2006/relationships/tags" Target="../tags/tag274.xml"/><Relationship Id="rId1" Type="http://schemas.openxmlformats.org/officeDocument/2006/relationships/tags" Target="../tags/tag27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tags" Target="../tags/tag27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tags" Target="../tags/tag28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4384040" y="2134235"/>
            <a:ext cx="3514090" cy="504190"/>
          </a:xfrm>
        </p:spPr>
        <p:txBody>
          <a:bodyPr>
            <a:noAutofit/>
          </a:bodyPr>
          <a:p>
            <a:pPr algn="ctr"/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Project Title</a:t>
            </a:r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 useBgFill="1">
        <p:nvSpPr>
          <p:cNvPr id="9" name="TextBox 8"/>
          <p:cNvSpPr txBox="1"/>
          <p:nvPr/>
        </p:nvSpPr>
        <p:spPr>
          <a:xfrm>
            <a:off x="3678621" y="1765738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x-none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 userDrawn="1">
            <p:custDataLst>
              <p:tags r:id="rId2"/>
            </p:custDataLst>
          </p:nvPr>
        </p:nvSpPr>
        <p:spPr>
          <a:xfrm>
            <a:off x="-13447" y="6334780"/>
            <a:ext cx="12205447" cy="52322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 userDrawn="1">
            <p:custDataLst>
              <p:tags r:id="rId3"/>
            </p:custDataLst>
          </p:nvPr>
        </p:nvSpPr>
        <p:spPr>
          <a:xfrm>
            <a:off x="8367395" y="6471285"/>
            <a:ext cx="3676015" cy="30607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Capstone Project  in Data Science 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II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-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DS4105</a:t>
            </a:r>
            <a:endParaRPr lang="en-US" sz="1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 userDrawn="1">
            <p:custDataLst>
              <p:tags r:id="rId4"/>
            </p:custDataLst>
          </p:nvPr>
        </p:nvSpPr>
        <p:spPr>
          <a:xfrm>
            <a:off x="86766" y="6471524"/>
            <a:ext cx="4185285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epartment of</a:t>
            </a:r>
            <a:r>
              <a:rPr 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Science, Faculty of Computing</a:t>
            </a:r>
            <a:endParaRPr lang="en-US" altLang="x-none" sz="1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86995" y="4678680"/>
            <a:ext cx="7349490" cy="1524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Index no: ………………....................... &lt;font size  24&gt;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Name : ……………….......................... &lt;font size  24&gt;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Internal Supervisor/S : ……………….. &lt;font size  24&gt;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ct val="50000"/>
              </a:spcBef>
            </a:pPr>
            <a:endParaRPr lang="en-US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ct val="50000"/>
              </a:spcBef>
            </a:pPr>
            <a:endParaRPr lang="en-US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-13335" y="0"/>
            <a:ext cx="3845560" cy="1165225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366760" y="6356350"/>
            <a:ext cx="2987040" cy="421005"/>
          </a:xfrm>
        </p:spPr>
        <p:txBody>
          <a:bodyPr/>
          <a:p>
            <a:fld id="{BE5F26B5-172A-4DC2-B0B7-181CFC56B87C}" type="slidenum">
              <a:rPr lang="en-US" smtClean="0"/>
            </a:fld>
            <a:endParaRPr lang="en-US"/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>
          <a:xfrm>
            <a:off x="762576" y="282859"/>
            <a:ext cx="8229600" cy="641839"/>
          </a:xfrm>
        </p:spPr>
        <p:txBody>
          <a:bodyPr/>
          <a:p>
            <a:r>
              <a:rPr lang="en-US">
                <a:latin typeface="Times New Roman" panose="02020603050405020304" charset="0"/>
                <a:ea typeface="+mj-ea"/>
                <a:cs typeface="Times New Roman" panose="02020603050405020304" charset="0"/>
              </a:rPr>
              <a:t>Contents</a:t>
            </a:r>
            <a:endParaRPr lang="en-US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8611436" y="6359582"/>
            <a:ext cx="4699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>
                <a:solidFill>
                  <a:schemeClr val="bg1"/>
                </a:solidFill>
              </a:rPr>
              <a:t>202</a:t>
            </a:r>
            <a:r>
              <a:rPr lang="en-US" sz="1200" dirty="0">
                <a:solidFill>
                  <a:schemeClr val="bg1"/>
                </a:solidFill>
              </a:rPr>
              <a:t>5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824230" y="1021715"/>
            <a:ext cx="8229600" cy="58362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Background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Specification and Design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Data Collection and Preprocessing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Feature Engineering and Selection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Modele Selection,Training and Testing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Model Development and Integration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Results and Conclusion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Future Works and Recommendations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Demonstration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Tx/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489868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Introduction to the problem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Motivation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scope of the completed project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Tx/>
              <a:buNone/>
            </a:pPr>
            <a:endParaRPr lang="en-US" altLang="en-US" sz="3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INTRODUCTION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79220"/>
            <a:ext cx="10133330" cy="452628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Background of the project and the objectives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BACKGROUND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67068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 Case Diagram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 other relevant diagrams and information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SPECIFICATION &amp; DESIGN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67068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Process of data collection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Nature of the dataset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Preprocessing steps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DATA COLLECTION &amp; 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PREPROCESSING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 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67068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Feature selection process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FEATURE ENGINEERING AND SELECTION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52713" y="6492875"/>
            <a:ext cx="2743200" cy="365125"/>
          </a:xfrm>
        </p:spPr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71132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Model selection  training 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testing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steps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How the model was evaluated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MODEL SELECTION TRAININNG 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AND 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TESTING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60782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Ml/DL model deployment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Technologies and Tools Used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Software and Hardware Requirements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MODEL DEPLOYMENT AND INTEGRATION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97535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Final outcomes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RESULTS &amp; CONCLUSION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52713" y="6356350"/>
            <a:ext cx="2743200" cy="365125"/>
          </a:xfrm>
        </p:spPr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97535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Future Works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FUTURE WORKS &amp; RECOMMENDATIONS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97535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Follow IEEE standards for referencing</a:t>
            </a: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rgbClr val="0070C0"/>
              </a:buClr>
              <a:buFont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REFERENCES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50;p13"/>
          <p:cNvSpPr txBox="1"/>
          <p:nvPr>
            <p:custDataLst>
              <p:tags r:id="rId1"/>
            </p:custDataLst>
          </p:nvPr>
        </p:nvSpPr>
        <p:spPr>
          <a:xfrm>
            <a:off x="938900" y="1564825"/>
            <a:ext cx="72907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Note: Insert the link of demonstration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DEMONSTRATION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575050" y="2827655"/>
            <a:ext cx="4364355" cy="1202055"/>
          </a:xfrm>
        </p:spPr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Thank You!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3*i*12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3*i*13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3*i*14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3*i*15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3*i*16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3*i*17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3*i*18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3*i*19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3*i*20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3*i*2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3*i*22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3*i*23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3*i*24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3*i*25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3*i*26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3*i*27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3*i*28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4*i*20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4*i*2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4*i*22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4*i*23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4*i*24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4*i*25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4*i*26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4*i*30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4*i*3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4*i*32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4*i*33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4*i*34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4*i*35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4*i*36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4*i*37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4*i*38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4*i*39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4*i*40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4*i*4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4*i*42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9*i*4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9*i*5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9*i*6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9*i*7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9*i*8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9*i*9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9*i*10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2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1"/>
</p:tagLst>
</file>

<file path=ppt/tags/tag25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5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5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5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5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59.xml><?xml version="1.0" encoding="utf-8"?>
<p:tagLst xmlns:p="http://schemas.openxmlformats.org/presentationml/2006/main">
  <p:tag name="KSO_WM_SLIDE_TYPE" val="text"/>
  <p:tag name="KSO_WM_BEAUTIFY_FLAG" val="#wm#"/>
  <p:tag name="KSO_WM_SLIDE_THEME_ID" val="3323123"/>
  <p:tag name="KSO_WM_SLIDE_THEME_NAME" val="Green Minimalist"/>
  <p:tag name="KSO_WM_AICARD_INVALID" val="Invalid"/>
</p:tagLst>
</file>

<file path=ppt/tags/tag260.xml><?xml version="1.0" encoding="utf-8"?>
<p:tagLst xmlns:p="http://schemas.openxmlformats.org/presentationml/2006/main">
  <p:tag name="KSO_WM_UNIT_TEXT" val="CONTENT"/>
</p:tagLst>
</file>

<file path=ppt/tags/tag26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UNIT_INDEX" val="1_8_1"/>
  <p:tag name="KSO_WM_UNIT_TYPE" val="l_h_f"/>
  <p:tag name="KSO_WM_UNIT_SUBTYPE" val="a"/>
  <p:tag name="KSO_WM_TEMPLATE_CATEGORY" val="diagram"/>
  <p:tag name="KSO_WM_TEMPLATE_INDEX" val="19882029"/>
  <p:tag name="KSO_WM_UNIT_ID" val="diagram19882029*l_h_f*1_8_1"/>
  <p:tag name="KSO_WM_DIAGRAM_GROUP_CODE" val="l1-1"/>
  <p:tag name="KSO_WM_TAG_VERSION" val="2.0"/>
  <p:tag name="KSO_WM_BEAUTIFY_FLAG" val="#wm#"/>
  <p:tag name="KSO_WM_DIAGRAM_VIRTUALLY_FRAME" val="{&quot;height&quot;:459.557874015748,&quot;left&quot;:64.89535433070867,&quot;top&quot;:80.44212598425197,&quot;width&quot;:789.8546456692914}"/>
</p:tagLst>
</file>

<file path=ppt/tags/tag263.xml><?xml version="1.0" encoding="utf-8"?>
<p:tagLst xmlns:p="http://schemas.openxmlformats.org/presentationml/2006/main">
  <p:tag name="KSO_WM_SLIDE_TYPE" val="contents"/>
  <p:tag name="KSO_WM_BEAUTIFY_FLAG" val="#wm#"/>
</p:tagLst>
</file>

<file path=ppt/tags/tag26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65.xml><?xml version="1.0" encoding="utf-8"?>
<p:tagLst xmlns:p="http://schemas.openxmlformats.org/presentationml/2006/main">
  <p:tag name="KSO_WM_UNIT_TEXT" val="SLIDE TOPIC    &lt;FONT SIZE 36&gt;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66.xml><?xml version="1.0" encoding="utf-8"?>
<p:tagLst xmlns:p="http://schemas.openxmlformats.org/presentationml/2006/main">
  <p:tag name="KSO_WM_SLIDE_TYPE" val="text"/>
  <p:tag name="KSO_WM_BEAUTIFY_FLAG" val="#wm#"/>
</p:tagLst>
</file>

<file path=ppt/tags/tag26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68.xml><?xml version="1.0" encoding="utf-8"?>
<p:tagLst xmlns:p="http://schemas.openxmlformats.org/presentationml/2006/main">
  <p:tag name="KSO_WM_UNIT_TEXT" val="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69.xml><?xml version="1.0" encoding="utf-8"?>
<p:tagLst xmlns:p="http://schemas.openxmlformats.org/presentationml/2006/main">
  <p:tag name="KSO_WM_SLIDE_TYPE" val="text"/>
  <p:tag name="KSO_WM_BEAUTIFY_FLAG" val="#wm#"/>
</p:tagLst>
</file>

<file path=ppt/tags/tag27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1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2.xml><?xml version="1.0" encoding="utf-8"?>
<p:tagLst xmlns:p="http://schemas.openxmlformats.org/presentationml/2006/main">
  <p:tag name="KSO_WM_SLIDE_TYPE" val="text"/>
  <p:tag name="KSO_WM_BEAUTIFY_FLAG" val="#wm#"/>
</p:tagLst>
</file>

<file path=ppt/tags/tag27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4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5.xml><?xml version="1.0" encoding="utf-8"?>
<p:tagLst xmlns:p="http://schemas.openxmlformats.org/presentationml/2006/main">
  <p:tag name="KSO_WM_SLIDE_TYPE" val="text"/>
  <p:tag name="KSO_WM_BEAUTIFY_FLAG" val="#wm#"/>
</p:tagLst>
</file>

<file path=ppt/tags/tag27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8.xml><?xml version="1.0" encoding="utf-8"?>
<p:tagLst xmlns:p="http://schemas.openxmlformats.org/presentationml/2006/main">
  <p:tag name="KSO_WM_SLIDE_TYPE" val="text"/>
  <p:tag name="KSO_WM_BEAUTIFY_FLAG" val="#wm#"/>
</p:tagLst>
</file>

<file path=ppt/tags/tag27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80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81.xml><?xml version="1.0" encoding="utf-8"?>
<p:tagLst xmlns:p="http://schemas.openxmlformats.org/presentationml/2006/main">
  <p:tag name="KSO_WM_SLIDE_TYPE" val="text"/>
  <p:tag name="KSO_WM_BEAUTIFY_FLAG" val="#wm#"/>
</p:tagLst>
</file>

<file path=ppt/tags/tag28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83.xml><?xml version="1.0" encoding="utf-8"?>
<p:tagLst xmlns:p="http://schemas.openxmlformats.org/presentationml/2006/main">
  <p:tag name="KSO_WM_UNIT_TEXT" val="SPECIFICATION &amp; DESIG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84.xml><?xml version="1.0" encoding="utf-8"?>
<p:tagLst xmlns:p="http://schemas.openxmlformats.org/presentationml/2006/main">
  <p:tag name="KSO_WM_SLIDE_TYPE" val="text"/>
  <p:tag name="KSO_WM_BEAUTIFY_FLAG" val="#wm#"/>
</p:tagLst>
</file>

<file path=ppt/tags/tag28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86.xml><?xml version="1.0" encoding="utf-8"?>
<p:tagLst xmlns:p="http://schemas.openxmlformats.org/presentationml/2006/main">
  <p:tag name="KSO_WM_UNIT_TEXT" val="TEST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87.xml><?xml version="1.0" encoding="utf-8"?>
<p:tagLst xmlns:p="http://schemas.openxmlformats.org/presentationml/2006/main">
  <p:tag name="KSO_WM_SLIDE_TYPE" val="text"/>
  <p:tag name="KSO_WM_BEAUTIFY_FLAG" val="#wm#"/>
</p:tagLst>
</file>

<file path=ppt/tags/tag28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89.xml><?xml version="1.0" encoding="utf-8"?>
<p:tagLst xmlns:p="http://schemas.openxmlformats.org/presentationml/2006/main">
  <p:tag name="KSO_WM_UNIT_TEXT" val="RESULTS &amp; CONCLUS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0.xml><?xml version="1.0" encoding="utf-8"?>
<p:tagLst xmlns:p="http://schemas.openxmlformats.org/presentationml/2006/main">
  <p:tag name="KSO_WM_SLIDE_TYPE" val="text"/>
  <p:tag name="KSO_WM_BEAUTIFY_FLAG" val="#wm#"/>
</p:tagLst>
</file>

<file path=ppt/tags/tag29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UNIT_TEXT" val="RESULTS &amp; CONCLUS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3.xml><?xml version="1.0" encoding="utf-8"?>
<p:tagLst xmlns:p="http://schemas.openxmlformats.org/presentationml/2006/main">
  <p:tag name="KSO_WM_SLIDE_TYPE" val="text"/>
  <p:tag name="KSO_WM_BEAUTIFY_FLAG" val="#wm#"/>
</p:tagLst>
</file>

<file path=ppt/tags/tag29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95.xml><?xml version="1.0" encoding="utf-8"?>
<p:tagLst xmlns:p="http://schemas.openxmlformats.org/presentationml/2006/main">
  <p:tag name="KSO_WM_UNIT_TEXT" val="REFEREN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6.xml><?xml version="1.0" encoding="utf-8"?>
<p:tagLst xmlns:p="http://schemas.openxmlformats.org/presentationml/2006/main">
  <p:tag name="KSO_WM_SLIDE_TYPE" val="text"/>
  <p:tag name="KSO_WM_BEAUTIFY_FLAG" val="#wm#"/>
</p:tagLst>
</file>

<file path=ppt/tags/tag2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4">
      <a:dk1>
        <a:srgbClr val="000000"/>
      </a:dk1>
      <a:lt1>
        <a:srgbClr val="FFFFFF"/>
      </a:lt1>
      <a:dk2>
        <a:srgbClr val="000B26"/>
      </a:dk2>
      <a:lt2>
        <a:srgbClr val="FFFFFF"/>
      </a:lt2>
      <a:accent1>
        <a:srgbClr val="19A298"/>
      </a:accent1>
      <a:accent2>
        <a:srgbClr val="34CFC3"/>
      </a:accent2>
      <a:accent3>
        <a:srgbClr val="3FABF9"/>
      </a:accent3>
      <a:accent4>
        <a:srgbClr val="A67CFF"/>
      </a:accent4>
      <a:accent5>
        <a:srgbClr val="F84949"/>
      </a:accent5>
      <a:accent6>
        <a:srgbClr val="F66BB6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WPS Presentation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Lato</vt:lpstr>
      <vt:lpstr>Segoe Print</vt:lpstr>
      <vt:lpstr>Microsoft YaHei</vt:lpstr>
      <vt:lpstr>Arial Unicode MS</vt:lpstr>
      <vt:lpstr>Calibri</vt:lpstr>
      <vt:lpstr>Calibri Light</vt:lpstr>
      <vt:lpstr>Manrope ExtraBold</vt:lpstr>
      <vt:lpstr>Custom Design</vt:lpstr>
      <vt:lpstr>Office Theme</vt:lpstr>
      <vt:lpstr>PowerPoint 演示文稿</vt:lpstr>
      <vt:lpstr>Contents</vt:lpstr>
      <vt:lpstr>INTRODUCTION</vt:lpstr>
      <vt:lpstr>BACKGROUND</vt:lpstr>
      <vt:lpstr>SPECIFICATION &amp; DESIGN</vt:lpstr>
      <vt:lpstr>DATA COLLECTION &amp; PREPROCESSING </vt:lpstr>
      <vt:lpstr>FEATURE ENGINEERING AND SELECTION</vt:lpstr>
      <vt:lpstr>MODEL SELECTION  TRAININNG AND TESTING</vt:lpstr>
      <vt:lpstr>MODEL DEPLOYMENT AND INTEGRATION</vt:lpstr>
      <vt:lpstr>RESULTS &amp; CONCLUSION</vt:lpstr>
      <vt:lpstr>FUTURE WORKS &amp; RECOMMENDATION</vt:lpstr>
      <vt:lpstr>FUTURE WORKS &amp; RECOMMENDATION</vt:lpstr>
      <vt:lpstr>DEMONSTRATION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Sudath Weerasinghe</cp:lastModifiedBy>
  <cp:revision>23</cp:revision>
  <dcterms:created xsi:type="dcterms:W3CDTF">2024-08-07T02:54:00Z</dcterms:created>
  <dcterms:modified xsi:type="dcterms:W3CDTF">2026-09-28T04:17:40Z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BC3C4A791483458CA47B72D3B208069F_13</vt:lpwstr>
  </property>
</Properties>
</file>